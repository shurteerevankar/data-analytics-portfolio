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488" y="58"/>
      </p:cViewPr>
      <p:guideLst>
        <p:guide orient="horz" pos="2166"/>
        <p:guide pos="29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tags" Target="../tags/tag36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image" Target="../media/image1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slideMaster" Target="../slideMasters/slideMaster2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tags" Target="../tags/tag74.xml"/><Relationship Id="rId18" Type="http://schemas.openxmlformats.org/officeDocument/2006/relationships/tags" Target="../tags/tag79.xml"/><Relationship Id="rId3" Type="http://schemas.openxmlformats.org/officeDocument/2006/relationships/tags" Target="../tags/tag64.xml"/><Relationship Id="rId21" Type="http://schemas.openxmlformats.org/officeDocument/2006/relationships/tags" Target="../tags/tag82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17" Type="http://schemas.openxmlformats.org/officeDocument/2006/relationships/tags" Target="../tags/tag78.xml"/><Relationship Id="rId25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16" Type="http://schemas.openxmlformats.org/officeDocument/2006/relationships/tags" Target="../tags/tag77.xml"/><Relationship Id="rId20" Type="http://schemas.openxmlformats.org/officeDocument/2006/relationships/tags" Target="../tags/tag81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24" Type="http://schemas.openxmlformats.org/officeDocument/2006/relationships/tags" Target="../tags/tag85.xml"/><Relationship Id="rId5" Type="http://schemas.openxmlformats.org/officeDocument/2006/relationships/tags" Target="../tags/tag66.xml"/><Relationship Id="rId15" Type="http://schemas.openxmlformats.org/officeDocument/2006/relationships/tags" Target="../tags/tag76.xml"/><Relationship Id="rId23" Type="http://schemas.openxmlformats.org/officeDocument/2006/relationships/tags" Target="../tags/tag84.xml"/><Relationship Id="rId10" Type="http://schemas.openxmlformats.org/officeDocument/2006/relationships/tags" Target="../tags/tag71.xml"/><Relationship Id="rId19" Type="http://schemas.openxmlformats.org/officeDocument/2006/relationships/tags" Target="../tags/tag80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tags" Target="../tags/tag75.xml"/><Relationship Id="rId22" Type="http://schemas.openxmlformats.org/officeDocument/2006/relationships/tags" Target="../tags/tag8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1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26" Type="http://schemas.openxmlformats.org/officeDocument/2006/relationships/tags" Target="../tags/tag141.xml"/><Relationship Id="rId3" Type="http://schemas.openxmlformats.org/officeDocument/2006/relationships/tags" Target="../tags/tag118.xml"/><Relationship Id="rId21" Type="http://schemas.openxmlformats.org/officeDocument/2006/relationships/tags" Target="../tags/tag136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tags" Target="../tags/tag140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tags" Target="../tags/tag135.xml"/><Relationship Id="rId29" Type="http://schemas.openxmlformats.org/officeDocument/2006/relationships/tags" Target="../tags/tag144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24" Type="http://schemas.openxmlformats.org/officeDocument/2006/relationships/tags" Target="../tags/tag139.xml"/><Relationship Id="rId32" Type="http://schemas.openxmlformats.org/officeDocument/2006/relationships/image" Target="../media/image1.png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tags" Target="../tags/tag138.xml"/><Relationship Id="rId28" Type="http://schemas.openxmlformats.org/officeDocument/2006/relationships/tags" Target="../tags/tag143.xml"/><Relationship Id="rId10" Type="http://schemas.openxmlformats.org/officeDocument/2006/relationships/tags" Target="../tags/tag125.xml"/><Relationship Id="rId19" Type="http://schemas.openxmlformats.org/officeDocument/2006/relationships/tags" Target="../tags/tag134.xml"/><Relationship Id="rId31" Type="http://schemas.openxmlformats.org/officeDocument/2006/relationships/slideMaster" Target="../slideMasters/slideMaster2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tags" Target="../tags/tag137.xml"/><Relationship Id="rId27" Type="http://schemas.openxmlformats.org/officeDocument/2006/relationships/tags" Target="../tags/tag142.xml"/><Relationship Id="rId30" Type="http://schemas.openxmlformats.org/officeDocument/2006/relationships/tags" Target="../tags/tag14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1"/>
            </p:custDataLst>
          </p:nvPr>
        </p:nvSpPr>
        <p:spPr>
          <a:xfrm>
            <a:off x="0" y="857507"/>
            <a:ext cx="9143999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等腰三角形 4"/>
          <p:cNvSpPr/>
          <p:nvPr userDrawn="1">
            <p:custDataLst>
              <p:tags r:id="rId2"/>
            </p:custDataLst>
          </p:nvPr>
        </p:nvSpPr>
        <p:spPr>
          <a:xfrm rot="17999979">
            <a:off x="5473164" y="2357427"/>
            <a:ext cx="697205" cy="80494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3"/>
            </p:custDataLst>
          </p:nvPr>
        </p:nvSpPr>
        <p:spPr>
          <a:xfrm>
            <a:off x="3926870" y="857250"/>
            <a:ext cx="5252724" cy="51435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</a:p>
        </p:txBody>
      </p:sp>
      <p:sp>
        <p:nvSpPr>
          <p:cNvPr id="40" name="任意多边形: 形状 39"/>
          <p:cNvSpPr/>
          <p:nvPr userDrawn="1">
            <p:custDataLst>
              <p:tags r:id="rId4"/>
            </p:custDataLst>
          </p:nvPr>
        </p:nvSpPr>
        <p:spPr>
          <a:xfrm>
            <a:off x="2794645" y="2595319"/>
            <a:ext cx="1831366" cy="3385452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5"/>
            </p:custDataLst>
          </p:nvPr>
        </p:nvSpPr>
        <p:spPr>
          <a:xfrm>
            <a:off x="2794646" y="2602598"/>
            <a:ext cx="1831366" cy="3385452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6"/>
            </p:custDataLst>
          </p:nvPr>
        </p:nvSpPr>
        <p:spPr>
          <a:xfrm>
            <a:off x="0" y="857507"/>
            <a:ext cx="4626014" cy="2827599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7"/>
            </p:custDataLst>
          </p:nvPr>
        </p:nvSpPr>
        <p:spPr>
          <a:xfrm>
            <a:off x="2605119" y="857508"/>
            <a:ext cx="3702480" cy="1388546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8"/>
            </p:custDataLst>
          </p:nvPr>
        </p:nvSpPr>
        <p:spPr>
          <a:xfrm>
            <a:off x="0" y="3827515"/>
            <a:ext cx="2894417" cy="2160536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9"/>
            </p:custDataLst>
          </p:nvPr>
        </p:nvSpPr>
        <p:spPr>
          <a:xfrm>
            <a:off x="1953687" y="2921024"/>
            <a:ext cx="2133059" cy="766112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10"/>
            </p:custDataLst>
          </p:nvPr>
        </p:nvSpPr>
        <p:spPr>
          <a:xfrm>
            <a:off x="4001480" y="838871"/>
            <a:ext cx="2349300" cy="1394224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8" name="图片 37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3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9813" y="2036235"/>
            <a:ext cx="1151867" cy="1132725"/>
          </a:xfrm>
          <a:prstGeom prst="rect">
            <a:avLst/>
          </a:prstGeom>
        </p:spPr>
      </p:pic>
      <p:sp>
        <p:nvSpPr>
          <p:cNvPr id="41" name="任意多边形: 形状 40"/>
          <p:cNvSpPr/>
          <p:nvPr userDrawn="1">
            <p:custDataLst>
              <p:tags r:id="rId12"/>
            </p:custDataLst>
          </p:nvPr>
        </p:nvSpPr>
        <p:spPr>
          <a:xfrm>
            <a:off x="5454447" y="2550386"/>
            <a:ext cx="949831" cy="3446306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13"/>
            </p:custDataLst>
          </p:nvPr>
        </p:nvSpPr>
        <p:spPr>
          <a:xfrm>
            <a:off x="6404277" y="2550959"/>
            <a:ext cx="948686" cy="344573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14"/>
            </p:custDataLst>
          </p:nvPr>
        </p:nvSpPr>
        <p:spPr>
          <a:xfrm>
            <a:off x="5454447" y="1991438"/>
            <a:ext cx="1892221" cy="1119041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15"/>
            </p:custDataLst>
          </p:nvPr>
        </p:nvSpPr>
        <p:spPr>
          <a:xfrm>
            <a:off x="5646674" y="2668346"/>
            <a:ext cx="752813" cy="209528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任意多边形: 形状 66"/>
          <p:cNvSpPr/>
          <p:nvPr userDrawn="1">
            <p:custDataLst>
              <p:tags r:id="rId16"/>
            </p:custDataLst>
          </p:nvPr>
        </p:nvSpPr>
        <p:spPr>
          <a:xfrm flipH="1">
            <a:off x="6398292" y="2676165"/>
            <a:ext cx="749805" cy="43383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7"/>
            </p:custDataLst>
          </p:nvPr>
        </p:nvSpPr>
        <p:spPr>
          <a:xfrm>
            <a:off x="5451937" y="2541744"/>
            <a:ext cx="952340" cy="345494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8"/>
            </p:custDataLst>
          </p:nvPr>
        </p:nvSpPr>
        <p:spPr>
          <a:xfrm>
            <a:off x="6404277" y="2555015"/>
            <a:ext cx="948686" cy="344573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9"/>
            </p:custDataLst>
          </p:nvPr>
        </p:nvSpPr>
        <p:spPr>
          <a:xfrm>
            <a:off x="5454447" y="1997916"/>
            <a:ext cx="1892221" cy="1119041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6661976" y="4013513"/>
            <a:ext cx="1831366" cy="1974537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1"/>
            </p:custDataLst>
          </p:nvPr>
        </p:nvSpPr>
        <p:spPr>
          <a:xfrm>
            <a:off x="6654121" y="2555621"/>
            <a:ext cx="2489880" cy="25404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2"/>
            </p:custDataLst>
          </p:nvPr>
        </p:nvSpPr>
        <p:spPr>
          <a:xfrm>
            <a:off x="7384091" y="4436024"/>
            <a:ext cx="1803359" cy="656266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3"/>
            </p:custDataLst>
          </p:nvPr>
        </p:nvSpPr>
        <p:spPr>
          <a:xfrm>
            <a:off x="2797154" y="2615299"/>
            <a:ext cx="1831366" cy="3385452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24"/>
            </p:custDataLst>
          </p:nvPr>
        </p:nvSpPr>
        <p:spPr>
          <a:xfrm>
            <a:off x="1258015" y="4313876"/>
            <a:ext cx="4666074" cy="1674173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25"/>
            </p:custDataLst>
          </p:nvPr>
        </p:nvSpPr>
        <p:spPr>
          <a:xfrm>
            <a:off x="4877481" y="5382817"/>
            <a:ext cx="1046607" cy="617934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6"/>
            </p:custDataLst>
          </p:nvPr>
        </p:nvSpPr>
        <p:spPr>
          <a:xfrm>
            <a:off x="628650" y="2178368"/>
            <a:ext cx="5236845" cy="184404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5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9" name="日期占位符 8"/>
          <p:cNvSpPr>
            <a:spLocks noGrp="1"/>
          </p:cNvSpPr>
          <p:nvPr userDrawn="1">
            <p:ph type="dt" sz="half" idx="18"/>
            <p:custDataLst>
              <p:tags r:id="rId2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1" name="页脚占位符 10"/>
          <p:cNvSpPr>
            <a:spLocks noGrp="1"/>
          </p:cNvSpPr>
          <p:nvPr userDrawn="1">
            <p:ph type="ftr" sz="quarter" idx="19"/>
            <p:custDataLst>
              <p:tags r:id="rId2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 userDrawn="1">
            <p:ph type="sldNum" sz="quarter" idx="20"/>
            <p:custDataLst>
              <p:tags r:id="rId2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3" name="署名占位符 10"/>
          <p:cNvSpPr>
            <a:spLocks noGrp="1"/>
          </p:cNvSpPr>
          <p:nvPr>
            <p:ph type="body" sz="quarter" idx="21" hasCustomPrompt="1"/>
            <p:custDataLst>
              <p:tags r:id="rId30"/>
            </p:custDataLst>
          </p:nvPr>
        </p:nvSpPr>
        <p:spPr>
          <a:xfrm>
            <a:off x="566499" y="4320540"/>
            <a:ext cx="1690926" cy="38084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 flipH="1">
            <a:off x="0" y="857250"/>
            <a:ext cx="9144000" cy="5143500"/>
          </a:xfrm>
          <a:prstGeom prst="rect">
            <a:avLst/>
          </a:prstGeom>
          <a:gradFill>
            <a:gsLst>
              <a:gs pos="39000">
                <a:srgbClr val="0D0D0D"/>
              </a:gs>
              <a:gs pos="10000">
                <a:srgbClr val="40404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2"/>
            </p:custDataLst>
          </p:nvPr>
        </p:nvSpPr>
        <p:spPr>
          <a:xfrm rot="3600021" flipH="1">
            <a:off x="3017044" y="2356961"/>
            <a:ext cx="697230" cy="80486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36"/>
          <p:cNvSpPr/>
          <p:nvPr userDrawn="1">
            <p:custDataLst>
              <p:tags r:id="rId3"/>
            </p:custDataLst>
          </p:nvPr>
        </p:nvSpPr>
        <p:spPr>
          <a:xfrm flipH="1">
            <a:off x="2783205" y="2550319"/>
            <a:ext cx="949643" cy="3446145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37"/>
          <p:cNvSpPr/>
          <p:nvPr userDrawn="1">
            <p:custDataLst>
              <p:tags r:id="rId4"/>
            </p:custDataLst>
          </p:nvPr>
        </p:nvSpPr>
        <p:spPr>
          <a:xfrm flipH="1">
            <a:off x="1834515" y="2550795"/>
            <a:ext cx="948690" cy="3445669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5"/>
            </p:custDataLst>
          </p:nvPr>
        </p:nvSpPr>
        <p:spPr>
          <a:xfrm flipH="1">
            <a:off x="1840706" y="1991201"/>
            <a:ext cx="1892141" cy="1119188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任意多边形: 形状 39"/>
          <p:cNvSpPr/>
          <p:nvPr userDrawn="1">
            <p:custDataLst>
              <p:tags r:id="rId6"/>
            </p:custDataLst>
          </p:nvPr>
        </p:nvSpPr>
        <p:spPr>
          <a:xfrm flipH="1">
            <a:off x="2787968" y="2667953"/>
            <a:ext cx="752951" cy="2095500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任意多边形: 形状 40"/>
          <p:cNvSpPr/>
          <p:nvPr userDrawn="1">
            <p:custDataLst>
              <p:tags r:id="rId7"/>
            </p:custDataLst>
          </p:nvPr>
        </p:nvSpPr>
        <p:spPr>
          <a:xfrm>
            <a:off x="2039303" y="2676049"/>
            <a:ext cx="749618" cy="433864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41"/>
          <p:cNvSpPr/>
          <p:nvPr userDrawn="1">
            <p:custDataLst>
              <p:tags r:id="rId8"/>
            </p:custDataLst>
          </p:nvPr>
        </p:nvSpPr>
        <p:spPr>
          <a:xfrm flipH="1">
            <a:off x="2783205" y="2541270"/>
            <a:ext cx="952500" cy="345471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42"/>
          <p:cNvSpPr/>
          <p:nvPr userDrawn="1">
            <p:custDataLst>
              <p:tags r:id="rId9"/>
            </p:custDataLst>
          </p:nvPr>
        </p:nvSpPr>
        <p:spPr>
          <a:xfrm flipH="1">
            <a:off x="1834515" y="2554605"/>
            <a:ext cx="948690" cy="3445669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0"/>
            </p:custDataLst>
          </p:nvPr>
        </p:nvSpPr>
        <p:spPr>
          <a:xfrm flipH="1">
            <a:off x="1840706" y="1997869"/>
            <a:ext cx="1892141" cy="1119188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11"/>
            </p:custDataLst>
          </p:nvPr>
        </p:nvSpPr>
        <p:spPr>
          <a:xfrm flipH="1">
            <a:off x="694373" y="4013359"/>
            <a:ext cx="1831181" cy="1974533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12"/>
            </p:custDataLst>
          </p:nvPr>
        </p:nvSpPr>
        <p:spPr>
          <a:xfrm flipH="1">
            <a:off x="7620" y="2534603"/>
            <a:ext cx="2525554" cy="2561273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094" h="2491894">
                <a:moveTo>
                  <a:pt x="2457094" y="0"/>
                </a:moveTo>
                <a:lnTo>
                  <a:pt x="2457094" y="2093871"/>
                </a:lnTo>
                <a:lnTo>
                  <a:pt x="1786328" y="2491895"/>
                </a:lnTo>
                <a:lnTo>
                  <a:pt x="0" y="1438695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3"/>
            </p:custDataLst>
          </p:nvPr>
        </p:nvSpPr>
        <p:spPr>
          <a:xfrm flipH="1">
            <a:off x="0" y="4435793"/>
            <a:ext cx="1803559" cy="656273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14"/>
            </p:custDataLst>
          </p:nvPr>
        </p:nvSpPr>
        <p:spPr>
          <a:xfrm flipH="1">
            <a:off x="3263265" y="4313396"/>
            <a:ext cx="4666298" cy="1674019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15"/>
            </p:custDataLst>
          </p:nvPr>
        </p:nvSpPr>
        <p:spPr>
          <a:xfrm flipH="1">
            <a:off x="3263265" y="5382578"/>
            <a:ext cx="1046798" cy="617696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6"/>
            </p:custDataLst>
          </p:nvPr>
        </p:nvSpPr>
        <p:spPr>
          <a:xfrm>
            <a:off x="4572000" y="2221452"/>
            <a:ext cx="4134678" cy="81081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 userDrawn="1">
            <p:ph type="dt" sz="half" idx="10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 userDrawn="1">
            <p:ph type="ftr" sz="quarter" idx="11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 userDrawn="1">
            <p:ph type="sldNum" sz="quarter" idx="12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 userDrawn="1">
            <p:custDataLst>
              <p:tags r:id="rId1"/>
            </p:custDataLst>
          </p:nvPr>
        </p:nvSpPr>
        <p:spPr>
          <a:xfrm>
            <a:off x="0" y="857250"/>
            <a:ext cx="9139238" cy="5143500"/>
          </a:xfrm>
          <a:prstGeom prst="rect">
            <a:avLst/>
          </a:prstGeom>
          <a:gradFill>
            <a:gsLst>
              <a:gs pos="39000">
                <a:srgbClr val="0D0D0D"/>
              </a:gs>
              <a:gs pos="10000">
                <a:srgbClr val="40404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等腰三角形 26"/>
          <p:cNvSpPr/>
          <p:nvPr userDrawn="1">
            <p:custDataLst>
              <p:tags r:id="rId2"/>
            </p:custDataLst>
          </p:nvPr>
        </p:nvSpPr>
        <p:spPr>
          <a:xfrm rot="17999979">
            <a:off x="5424952" y="2357170"/>
            <a:ext cx="697205" cy="80494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3"/>
            </p:custDataLst>
          </p:nvPr>
        </p:nvSpPr>
        <p:spPr>
          <a:xfrm>
            <a:off x="5406235" y="2550128"/>
            <a:ext cx="949831" cy="3446306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4"/>
            </p:custDataLst>
          </p:nvPr>
        </p:nvSpPr>
        <p:spPr>
          <a:xfrm>
            <a:off x="6356065" y="2550701"/>
            <a:ext cx="948686" cy="344573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5"/>
            </p:custDataLst>
          </p:nvPr>
        </p:nvSpPr>
        <p:spPr>
          <a:xfrm>
            <a:off x="5406235" y="1991180"/>
            <a:ext cx="1892221" cy="1119041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6"/>
            </p:custDataLst>
          </p:nvPr>
        </p:nvSpPr>
        <p:spPr>
          <a:xfrm>
            <a:off x="5598462" y="2668088"/>
            <a:ext cx="752813" cy="209528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7"/>
            </p:custDataLst>
          </p:nvPr>
        </p:nvSpPr>
        <p:spPr>
          <a:xfrm flipH="1">
            <a:off x="6350080" y="2675908"/>
            <a:ext cx="749805" cy="43383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8"/>
            </p:custDataLst>
          </p:nvPr>
        </p:nvSpPr>
        <p:spPr>
          <a:xfrm>
            <a:off x="5403725" y="2541487"/>
            <a:ext cx="952340" cy="345494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9"/>
            </p:custDataLst>
          </p:nvPr>
        </p:nvSpPr>
        <p:spPr>
          <a:xfrm>
            <a:off x="6356065" y="2554758"/>
            <a:ext cx="948686" cy="344573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10"/>
            </p:custDataLst>
          </p:nvPr>
        </p:nvSpPr>
        <p:spPr>
          <a:xfrm>
            <a:off x="5406235" y="1997659"/>
            <a:ext cx="1892221" cy="1119041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11"/>
            </p:custDataLst>
          </p:nvPr>
        </p:nvSpPr>
        <p:spPr>
          <a:xfrm>
            <a:off x="6613764" y="4013256"/>
            <a:ext cx="1831366" cy="1974537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12"/>
            </p:custDataLst>
          </p:nvPr>
        </p:nvSpPr>
        <p:spPr>
          <a:xfrm>
            <a:off x="6605909" y="2534523"/>
            <a:ext cx="2525474" cy="2561242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094" h="2491894">
                <a:moveTo>
                  <a:pt x="2457094" y="0"/>
                </a:moveTo>
                <a:lnTo>
                  <a:pt x="2457094" y="2093871"/>
                </a:lnTo>
                <a:lnTo>
                  <a:pt x="1786328" y="2491895"/>
                </a:lnTo>
                <a:lnTo>
                  <a:pt x="0" y="1438695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13"/>
            </p:custDataLst>
          </p:nvPr>
        </p:nvSpPr>
        <p:spPr>
          <a:xfrm>
            <a:off x="7335879" y="4435767"/>
            <a:ext cx="1803359" cy="656266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14"/>
            </p:custDataLst>
          </p:nvPr>
        </p:nvSpPr>
        <p:spPr>
          <a:xfrm>
            <a:off x="1209803" y="4313618"/>
            <a:ext cx="4666074" cy="1674173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15"/>
            </p:custDataLst>
          </p:nvPr>
        </p:nvSpPr>
        <p:spPr>
          <a:xfrm>
            <a:off x="4829269" y="5382560"/>
            <a:ext cx="1046607" cy="617934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626850" y="3218652"/>
            <a:ext cx="4857750" cy="1257273"/>
          </a:xfrm>
          <a:prstGeom prst="rect">
            <a:avLst/>
          </a:prstGeom>
        </p:spPr>
        <p:txBody>
          <a:bodyPr anchor="t" anchorCtr="0"/>
          <a:lstStyle>
            <a:lvl1pPr algn="l">
              <a:defRPr sz="405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626850" y="1267955"/>
            <a:ext cx="4857750" cy="1683145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 marL="0" indent="0" algn="l">
              <a:buNone/>
              <a:defRPr sz="6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25" name="任意多边形: 形状 24"/>
          <p:cNvSpPr/>
          <p:nvPr userDrawn="1">
            <p:custDataLst>
              <p:tags r:id="rId21"/>
            </p:custDataLst>
          </p:nvPr>
        </p:nvSpPr>
        <p:spPr>
          <a:xfrm>
            <a:off x="7675006" y="5688625"/>
            <a:ext cx="530490" cy="312125"/>
          </a:xfrm>
          <a:custGeom>
            <a:avLst/>
            <a:gdLst>
              <a:gd name="connsiteX0" fmla="*/ 0 w 707320"/>
              <a:gd name="connsiteY0" fmla="*/ 0 h 416167"/>
              <a:gd name="connsiteX1" fmla="*/ 707320 w 707320"/>
              <a:gd name="connsiteY1" fmla="*/ 416167 h 416167"/>
              <a:gd name="connsiteX2" fmla="*/ 0 w 707320"/>
              <a:gd name="connsiteY2" fmla="*/ 416167 h 41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7320" h="416167">
                <a:moveTo>
                  <a:pt x="0" y="0"/>
                </a:moveTo>
                <a:lnTo>
                  <a:pt x="707320" y="416167"/>
                </a:lnTo>
                <a:lnTo>
                  <a:pt x="0" y="416167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40000"/>
                  <a:lumOff val="60000"/>
                </a:schemeClr>
              </a:gs>
              <a:gs pos="5000">
                <a:schemeClr val="accent3">
                  <a:lumMod val="75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22"/>
            </p:custDataLst>
          </p:nvPr>
        </p:nvSpPr>
        <p:spPr>
          <a:xfrm>
            <a:off x="8910762" y="5865399"/>
            <a:ext cx="228476" cy="135351"/>
          </a:xfrm>
          <a:custGeom>
            <a:avLst/>
            <a:gdLst>
              <a:gd name="connsiteX0" fmla="*/ 304634 w 304634"/>
              <a:gd name="connsiteY0" fmla="*/ 0 h 180468"/>
              <a:gd name="connsiteX1" fmla="*/ 304634 w 304634"/>
              <a:gd name="connsiteY1" fmla="*/ 180468 h 180468"/>
              <a:gd name="connsiteX2" fmla="*/ 0 w 304634"/>
              <a:gd name="connsiteY2" fmla="*/ 180468 h 180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634" h="180468">
                <a:moveTo>
                  <a:pt x="304634" y="0"/>
                </a:moveTo>
                <a:lnTo>
                  <a:pt x="304634" y="180468"/>
                </a:lnTo>
                <a:lnTo>
                  <a:pt x="0" y="180468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23"/>
            </p:custDataLst>
          </p:nvPr>
        </p:nvSpPr>
        <p:spPr>
          <a:xfrm>
            <a:off x="7671921" y="5167313"/>
            <a:ext cx="1467317" cy="833438"/>
          </a:xfrm>
          <a:custGeom>
            <a:avLst/>
            <a:gdLst>
              <a:gd name="connsiteX0" fmla="*/ 1170257 w 1956422"/>
              <a:gd name="connsiteY0" fmla="*/ 0 h 1111250"/>
              <a:gd name="connsiteX1" fmla="*/ 1956422 w 1956422"/>
              <a:gd name="connsiteY1" fmla="*/ 462460 h 1111250"/>
              <a:gd name="connsiteX2" fmla="*/ 1956422 w 1956422"/>
              <a:gd name="connsiteY2" fmla="*/ 932502 h 1111250"/>
              <a:gd name="connsiteX3" fmla="*/ 1656883 w 1956422"/>
              <a:gd name="connsiteY3" fmla="*/ 1111250 h 1111250"/>
              <a:gd name="connsiteX4" fmla="*/ 709297 w 1956422"/>
              <a:gd name="connsiteY4" fmla="*/ 1111250 h 1111250"/>
              <a:gd name="connsiteX5" fmla="*/ 0 w 1956422"/>
              <a:gd name="connsiteY5" fmla="*/ 695084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6422" h="1111250">
                <a:moveTo>
                  <a:pt x="1170257" y="0"/>
                </a:moveTo>
                <a:lnTo>
                  <a:pt x="1956422" y="462460"/>
                </a:lnTo>
                <a:lnTo>
                  <a:pt x="1956422" y="932502"/>
                </a:lnTo>
                <a:lnTo>
                  <a:pt x="1656883" y="1111250"/>
                </a:lnTo>
                <a:lnTo>
                  <a:pt x="709297" y="1111250"/>
                </a:lnTo>
                <a:lnTo>
                  <a:pt x="0" y="695084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24"/>
            </p:custDataLst>
          </p:nvPr>
        </p:nvSpPr>
        <p:spPr>
          <a:xfrm>
            <a:off x="7671921" y="5173355"/>
            <a:ext cx="1472079" cy="827396"/>
          </a:xfrm>
          <a:custGeom>
            <a:avLst/>
            <a:gdLst>
              <a:gd name="connsiteX0" fmla="*/ 1170257 w 1962772"/>
              <a:gd name="connsiteY0" fmla="*/ 0 h 1103194"/>
              <a:gd name="connsiteX1" fmla="*/ 1962772 w 1962772"/>
              <a:gd name="connsiteY1" fmla="*/ 466195 h 1103194"/>
              <a:gd name="connsiteX2" fmla="*/ 1962772 w 1962772"/>
              <a:gd name="connsiteY2" fmla="*/ 928713 h 1103194"/>
              <a:gd name="connsiteX3" fmla="*/ 1670383 w 1962772"/>
              <a:gd name="connsiteY3" fmla="*/ 1103194 h 1103194"/>
              <a:gd name="connsiteX4" fmla="*/ 695567 w 1962772"/>
              <a:gd name="connsiteY4" fmla="*/ 1103194 h 1103194"/>
              <a:gd name="connsiteX5" fmla="*/ 0 w 1962772"/>
              <a:gd name="connsiteY5" fmla="*/ 695084 h 1103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2772" h="1103194">
                <a:moveTo>
                  <a:pt x="1170257" y="0"/>
                </a:moveTo>
                <a:lnTo>
                  <a:pt x="1962772" y="466195"/>
                </a:lnTo>
                <a:lnTo>
                  <a:pt x="1962772" y="928713"/>
                </a:lnTo>
                <a:lnTo>
                  <a:pt x="1670383" y="1103194"/>
                </a:lnTo>
                <a:lnTo>
                  <a:pt x="695567" y="1103194"/>
                </a:lnTo>
                <a:lnTo>
                  <a:pt x="0" y="69508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 hasCustomPrompt="1"/>
            <p:custDataLst>
              <p:tags r:id="rId5"/>
            </p:custDataLst>
          </p:nvPr>
        </p:nvSpPr>
        <p:spPr>
          <a:xfrm>
            <a:off x="521970" y="183356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4629150" y="1833563"/>
            <a:ext cx="3992880" cy="3656888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21970" y="1127250"/>
            <a:ext cx="8100060" cy="648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2197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 hasCustomPrompt="1"/>
            <p:custDataLst>
              <p:tags r:id="rId6"/>
            </p:custDataLst>
          </p:nvPr>
        </p:nvSpPr>
        <p:spPr>
          <a:xfrm>
            <a:off x="52197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462915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4" hasCustomPrompt="1"/>
            <p:custDataLst>
              <p:tags r:id="rId8"/>
            </p:custDataLst>
          </p:nvPr>
        </p:nvSpPr>
        <p:spPr>
          <a:xfrm>
            <a:off x="462915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内容占位符 1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521970" y="1127284"/>
            <a:ext cx="8101489" cy="4363403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21970" y="1127250"/>
            <a:ext cx="8099316" cy="648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21970" y="183356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>
            <p:custDataLst>
              <p:tags r:id="rId1"/>
            </p:custDataLst>
          </p:nvPr>
        </p:nvSpPr>
        <p:spPr>
          <a:xfrm>
            <a:off x="0" y="857507"/>
            <a:ext cx="9143999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等腰三角形 33"/>
          <p:cNvSpPr/>
          <p:nvPr userDrawn="1">
            <p:custDataLst>
              <p:tags r:id="rId2"/>
            </p:custDataLst>
          </p:nvPr>
        </p:nvSpPr>
        <p:spPr>
          <a:xfrm rot="17999979">
            <a:off x="5473164" y="2357427"/>
            <a:ext cx="697205" cy="80494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3"/>
            </p:custDataLst>
          </p:nvPr>
        </p:nvSpPr>
        <p:spPr>
          <a:xfrm>
            <a:off x="3926870" y="857250"/>
            <a:ext cx="5252724" cy="5143500"/>
          </a:xfrm>
          <a:custGeom>
            <a:avLst/>
            <a:gdLst>
              <a:gd name="connsiteX0" fmla="*/ 2754236 w 6928594"/>
              <a:gd name="connsiteY0" fmla="*/ 0 h 6858000"/>
              <a:gd name="connsiteX1" fmla="*/ 6928594 w 6928594"/>
              <a:gd name="connsiteY1" fmla="*/ 0 h 6858000"/>
              <a:gd name="connsiteX2" fmla="*/ 6928594 w 6928594"/>
              <a:gd name="connsiteY2" fmla="*/ 2630365 h 6858000"/>
              <a:gd name="connsiteX3" fmla="*/ 1780640 w 6928594"/>
              <a:gd name="connsiteY3" fmla="*/ 6858000 h 6858000"/>
              <a:gd name="connsiteX4" fmla="*/ 917918 w 6928594"/>
              <a:gd name="connsiteY4" fmla="*/ 6858000 h 6858000"/>
              <a:gd name="connsiteX5" fmla="*/ 0 w 6928594"/>
              <a:gd name="connsiteY5" fmla="*/ 17414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28594" h="6858000">
                <a:moveTo>
                  <a:pt x="2754236" y="0"/>
                </a:moveTo>
                <a:lnTo>
                  <a:pt x="6928594" y="0"/>
                </a:lnTo>
                <a:lnTo>
                  <a:pt x="6928594" y="2630365"/>
                </a:lnTo>
                <a:lnTo>
                  <a:pt x="1780640" y="6858000"/>
                </a:lnTo>
                <a:lnTo>
                  <a:pt x="917918" y="6858000"/>
                </a:lnTo>
                <a:lnTo>
                  <a:pt x="0" y="1741463"/>
                </a:lnTo>
                <a:close/>
              </a:path>
            </a:pathLst>
          </a:custGeom>
          <a:gradFill>
            <a:gsLst>
              <a:gs pos="36000">
                <a:schemeClr val="accent3">
                  <a:lumMod val="75000"/>
                  <a:alpha val="16000"/>
                </a:schemeClr>
              </a:gs>
              <a:gs pos="90000">
                <a:schemeClr val="bg2"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80</a:t>
            </a:r>
          </a:p>
        </p:txBody>
      </p:sp>
      <p:sp>
        <p:nvSpPr>
          <p:cNvPr id="43" name="任意多边形: 形状 42"/>
          <p:cNvSpPr/>
          <p:nvPr userDrawn="1">
            <p:custDataLst>
              <p:tags r:id="rId4"/>
            </p:custDataLst>
          </p:nvPr>
        </p:nvSpPr>
        <p:spPr>
          <a:xfrm>
            <a:off x="2794645" y="2595319"/>
            <a:ext cx="1831366" cy="3385452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solidFill>
            <a:srgbClr val="262626"/>
          </a:soli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5"/>
            </p:custDataLst>
          </p:nvPr>
        </p:nvSpPr>
        <p:spPr>
          <a:xfrm>
            <a:off x="2794646" y="2602598"/>
            <a:ext cx="1831366" cy="3385452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75000"/>
                  <a:alpha val="24000"/>
                </a:schemeClr>
              </a:gs>
              <a:gs pos="0">
                <a:srgbClr val="2D2926">
                  <a:alpha val="0"/>
                </a:srgbClr>
              </a:gs>
            </a:gsLst>
            <a:lin ang="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6"/>
            </p:custDataLst>
          </p:nvPr>
        </p:nvSpPr>
        <p:spPr>
          <a:xfrm>
            <a:off x="0" y="857507"/>
            <a:ext cx="4626014" cy="2827599"/>
          </a:xfrm>
          <a:custGeom>
            <a:avLst/>
            <a:gdLst>
              <a:gd name="connsiteX0" fmla="*/ 0 w 6168018"/>
              <a:gd name="connsiteY0" fmla="*/ 0 h 3770132"/>
              <a:gd name="connsiteX1" fmla="*/ 2194037 w 6168018"/>
              <a:gd name="connsiteY1" fmla="*/ 0 h 3770132"/>
              <a:gd name="connsiteX2" fmla="*/ 6168018 w 6168018"/>
              <a:gd name="connsiteY2" fmla="*/ 2326787 h 3770132"/>
              <a:gd name="connsiteX3" fmla="*/ 3719837 w 6168018"/>
              <a:gd name="connsiteY3" fmla="*/ 3770132 h 3770132"/>
              <a:gd name="connsiteX4" fmla="*/ 0 w 6168018"/>
              <a:gd name="connsiteY4" fmla="*/ 1562572 h 377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68018" h="3770132">
                <a:moveTo>
                  <a:pt x="0" y="0"/>
                </a:moveTo>
                <a:lnTo>
                  <a:pt x="2194037" y="0"/>
                </a:lnTo>
                <a:lnTo>
                  <a:pt x="6168018" y="2326787"/>
                </a:lnTo>
                <a:lnTo>
                  <a:pt x="3719837" y="3770132"/>
                </a:lnTo>
                <a:lnTo>
                  <a:pt x="0" y="1562572"/>
                </a:lnTo>
                <a:close/>
              </a:path>
            </a:pathLst>
          </a:custGeom>
          <a:gradFill>
            <a:gsLst>
              <a:gs pos="69000">
                <a:srgbClr val="404040"/>
              </a:gs>
              <a:gs pos="11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7"/>
            </p:custDataLst>
          </p:nvPr>
        </p:nvSpPr>
        <p:spPr>
          <a:xfrm>
            <a:off x="2605119" y="857508"/>
            <a:ext cx="3702480" cy="1388546"/>
          </a:xfrm>
          <a:custGeom>
            <a:avLst/>
            <a:gdLst>
              <a:gd name="connsiteX0" fmla="*/ 1332490 w 4936640"/>
              <a:gd name="connsiteY0" fmla="*/ 0 h 1851395"/>
              <a:gd name="connsiteX1" fmla="*/ 4936640 w 4936640"/>
              <a:gd name="connsiteY1" fmla="*/ 0 h 1851395"/>
              <a:gd name="connsiteX2" fmla="*/ 1816995 w 4936640"/>
              <a:gd name="connsiteY2" fmla="*/ 1851395 h 1851395"/>
              <a:gd name="connsiteX3" fmla="*/ 0 w 4936640"/>
              <a:gd name="connsiteY3" fmla="*/ 780172 h 1851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640" h="1851395">
                <a:moveTo>
                  <a:pt x="1332490" y="0"/>
                </a:moveTo>
                <a:lnTo>
                  <a:pt x="4936640" y="0"/>
                </a:lnTo>
                <a:lnTo>
                  <a:pt x="1816995" y="1851395"/>
                </a:lnTo>
                <a:lnTo>
                  <a:pt x="0" y="780172"/>
                </a:lnTo>
                <a:close/>
              </a:path>
            </a:pathLst>
          </a:custGeom>
          <a:gradFill>
            <a:gsLst>
              <a:gs pos="45000">
                <a:srgbClr val="404040"/>
              </a:gs>
              <a:gs pos="14000">
                <a:srgbClr val="262626"/>
              </a:gs>
            </a:gsLst>
            <a:lin ang="180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8"/>
            </p:custDataLst>
          </p:nvPr>
        </p:nvSpPr>
        <p:spPr>
          <a:xfrm>
            <a:off x="0" y="3827515"/>
            <a:ext cx="2894417" cy="2160536"/>
          </a:xfrm>
          <a:custGeom>
            <a:avLst/>
            <a:gdLst>
              <a:gd name="connsiteX0" fmla="*/ 2816049 w 2816048"/>
              <a:gd name="connsiteY0" fmla="*/ 1648797 h 2102037"/>
              <a:gd name="connsiteX1" fmla="*/ 2047377 w 2816048"/>
              <a:gd name="connsiteY1" fmla="*/ 2102038 h 2102037"/>
              <a:gd name="connsiteX2" fmla="*/ 1171614 w 2816048"/>
              <a:gd name="connsiteY2" fmla="*/ 2102038 h 2102037"/>
              <a:gd name="connsiteX3" fmla="*/ 0 w 2816048"/>
              <a:gd name="connsiteY3" fmla="*/ 1406679 h 2102037"/>
              <a:gd name="connsiteX4" fmla="*/ 0 w 2816048"/>
              <a:gd name="connsiteY4" fmla="*/ 0 h 2102037"/>
              <a:gd name="connsiteX5" fmla="*/ 2402991 w 2816048"/>
              <a:gd name="connsiteY5" fmla="*/ 1406957 h 210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6048" h="2102037">
                <a:moveTo>
                  <a:pt x="2816049" y="1648797"/>
                </a:moveTo>
                <a:lnTo>
                  <a:pt x="2047377" y="2102038"/>
                </a:lnTo>
                <a:lnTo>
                  <a:pt x="1171614" y="2102038"/>
                </a:lnTo>
                <a:lnTo>
                  <a:pt x="0" y="1406679"/>
                </a:lnTo>
                <a:lnTo>
                  <a:pt x="0" y="0"/>
                </a:lnTo>
                <a:lnTo>
                  <a:pt x="2402991" y="1406957"/>
                </a:lnTo>
                <a:close/>
              </a:path>
            </a:pathLst>
          </a:custGeom>
          <a:gradFill>
            <a:gsLst>
              <a:gs pos="95000">
                <a:srgbClr val="404040">
                  <a:alpha val="40000"/>
                </a:srgbClr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9"/>
            </p:custDataLst>
          </p:nvPr>
        </p:nvSpPr>
        <p:spPr>
          <a:xfrm>
            <a:off x="1953687" y="2921024"/>
            <a:ext cx="2133059" cy="766112"/>
          </a:xfrm>
          <a:custGeom>
            <a:avLst/>
            <a:gdLst>
              <a:gd name="connsiteX0" fmla="*/ 4500760 w 4500759"/>
              <a:gd name="connsiteY0" fmla="*/ 1703364 h 2756563"/>
              <a:gd name="connsiteX1" fmla="*/ 2714339 w 4500759"/>
              <a:gd name="connsiteY1" fmla="*/ 2756563 h 2756563"/>
              <a:gd name="connsiteX2" fmla="*/ 0 w 4500759"/>
              <a:gd name="connsiteY2" fmla="*/ 1145722 h 2756563"/>
              <a:gd name="connsiteX3" fmla="*/ 0 w 4500759"/>
              <a:gd name="connsiteY3" fmla="*/ 0 h 2756563"/>
              <a:gd name="connsiteX4" fmla="*/ 1591539 w 4500759"/>
              <a:gd name="connsiteY4" fmla="*/ 0 h 2756563"/>
              <a:gd name="connsiteX0-1" fmla="*/ 1591539 w 4500760"/>
              <a:gd name="connsiteY0-2" fmla="*/ 0 h 2756563"/>
              <a:gd name="connsiteX1-3" fmla="*/ 4500760 w 4500760"/>
              <a:gd name="connsiteY1-4" fmla="*/ 1703364 h 2756563"/>
              <a:gd name="connsiteX2-5" fmla="*/ 2714339 w 4500760"/>
              <a:gd name="connsiteY2-6" fmla="*/ 2756563 h 2756563"/>
              <a:gd name="connsiteX3-7" fmla="*/ 0 w 4500760"/>
              <a:gd name="connsiteY3-8" fmla="*/ 1145722 h 2756563"/>
              <a:gd name="connsiteX4-9" fmla="*/ 0 w 4500760"/>
              <a:gd name="connsiteY4-10" fmla="*/ 0 h 2756563"/>
              <a:gd name="connsiteX5" fmla="*/ 1658262 w 4500760"/>
              <a:gd name="connsiteY5" fmla="*/ 66723 h 2756563"/>
              <a:gd name="connsiteX0-11" fmla="*/ 1591539 w 4500760"/>
              <a:gd name="connsiteY0-12" fmla="*/ 567147 h 3323710"/>
              <a:gd name="connsiteX1-13" fmla="*/ 4500760 w 4500760"/>
              <a:gd name="connsiteY1-14" fmla="*/ 2270511 h 3323710"/>
              <a:gd name="connsiteX2-15" fmla="*/ 2714339 w 4500760"/>
              <a:gd name="connsiteY2-16" fmla="*/ 3323710 h 3323710"/>
              <a:gd name="connsiteX3-17" fmla="*/ 0 w 4500760"/>
              <a:gd name="connsiteY3-18" fmla="*/ 1712869 h 3323710"/>
              <a:gd name="connsiteX4-19" fmla="*/ 0 w 4500760"/>
              <a:gd name="connsiteY4-20" fmla="*/ 567147 h 3323710"/>
              <a:gd name="connsiteX5-21" fmla="*/ 323799 w 4500760"/>
              <a:gd name="connsiteY5-22" fmla="*/ 0 h 3323710"/>
              <a:gd name="connsiteX0-23" fmla="*/ 1591539 w 4500760"/>
              <a:gd name="connsiteY0-24" fmla="*/ 0 h 2756563"/>
              <a:gd name="connsiteX1-25" fmla="*/ 4500760 w 4500760"/>
              <a:gd name="connsiteY1-26" fmla="*/ 1703364 h 2756563"/>
              <a:gd name="connsiteX2-27" fmla="*/ 2714339 w 4500760"/>
              <a:gd name="connsiteY2-28" fmla="*/ 2756563 h 2756563"/>
              <a:gd name="connsiteX3-29" fmla="*/ 0 w 4500760"/>
              <a:gd name="connsiteY3-30" fmla="*/ 1145722 h 2756563"/>
              <a:gd name="connsiteX4-31" fmla="*/ 0 w 4500760"/>
              <a:gd name="connsiteY4-32" fmla="*/ 0 h 2756563"/>
              <a:gd name="connsiteX0-33" fmla="*/ 1591539 w 4500760"/>
              <a:gd name="connsiteY0-34" fmla="*/ 0 h 2756563"/>
              <a:gd name="connsiteX1-35" fmla="*/ 4500760 w 4500760"/>
              <a:gd name="connsiteY1-36" fmla="*/ 1703364 h 2756563"/>
              <a:gd name="connsiteX2-37" fmla="*/ 2714339 w 4500760"/>
              <a:gd name="connsiteY2-38" fmla="*/ 2756563 h 2756563"/>
              <a:gd name="connsiteX3-39" fmla="*/ 0 w 4500760"/>
              <a:gd name="connsiteY3-40" fmla="*/ 1145722 h 2756563"/>
              <a:gd name="connsiteX0-41" fmla="*/ 4500760 w 4500760"/>
              <a:gd name="connsiteY0-42" fmla="*/ 557642 h 1610841"/>
              <a:gd name="connsiteX1-43" fmla="*/ 2714339 w 4500760"/>
              <a:gd name="connsiteY1-44" fmla="*/ 1610841 h 1610841"/>
              <a:gd name="connsiteX2-45" fmla="*/ 0 w 4500760"/>
              <a:gd name="connsiteY2-46" fmla="*/ 0 h 1610841"/>
              <a:gd name="connsiteX0-47" fmla="*/ 3953630 w 3953630"/>
              <a:gd name="connsiteY0-48" fmla="*/ 884586 h 1610841"/>
              <a:gd name="connsiteX1-49" fmla="*/ 2714339 w 3953630"/>
              <a:gd name="connsiteY1-50" fmla="*/ 1610841 h 1610841"/>
              <a:gd name="connsiteX2-51" fmla="*/ 0 w 3953630"/>
              <a:gd name="connsiteY2-52" fmla="*/ 0 h 1610841"/>
              <a:gd name="connsiteX0-53" fmla="*/ 2063141 w 2063141"/>
              <a:gd name="connsiteY0-54" fmla="*/ 0 h 726255"/>
              <a:gd name="connsiteX1-55" fmla="*/ 823850 w 2063141"/>
              <a:gd name="connsiteY1-56" fmla="*/ 726255 h 726255"/>
              <a:gd name="connsiteX2-57" fmla="*/ 0 w 2063141"/>
              <a:gd name="connsiteY2-58" fmla="*/ 269168 h 726255"/>
              <a:gd name="connsiteX0-59" fmla="*/ 2063141 w 2063141"/>
              <a:gd name="connsiteY0-60" fmla="*/ 0 h 748844"/>
              <a:gd name="connsiteX1-61" fmla="*/ 820374 w 2063141"/>
              <a:gd name="connsiteY1-62" fmla="*/ 748844 h 748844"/>
              <a:gd name="connsiteX2-63" fmla="*/ 0 w 2063141"/>
              <a:gd name="connsiteY2-64" fmla="*/ 269168 h 748844"/>
              <a:gd name="connsiteX0-65" fmla="*/ 2075304 w 2075304"/>
              <a:gd name="connsiteY0-66" fmla="*/ 0 h 745369"/>
              <a:gd name="connsiteX1-67" fmla="*/ 820374 w 2075304"/>
              <a:gd name="connsiteY1-68" fmla="*/ 745369 h 745369"/>
              <a:gd name="connsiteX2-69" fmla="*/ 0 w 2075304"/>
              <a:gd name="connsiteY2-70" fmla="*/ 265693 h 74536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75304" h="745369">
                <a:moveTo>
                  <a:pt x="2075304" y="0"/>
                </a:moveTo>
                <a:lnTo>
                  <a:pt x="820374" y="745369"/>
                </a:lnTo>
                <a:lnTo>
                  <a:pt x="0" y="265693"/>
                </a:lnTo>
              </a:path>
            </a:pathLst>
          </a:custGeom>
          <a:noFill/>
          <a:ln w="9278" cap="flat">
            <a:gradFill>
              <a:gsLst>
                <a:gs pos="94000">
                  <a:schemeClr val="bg1">
                    <a:alpha val="0"/>
                  </a:schemeClr>
                </a:gs>
                <a:gs pos="17000">
                  <a:schemeClr val="bg2">
                    <a:alpha val="0"/>
                  </a:schemeClr>
                </a:gs>
                <a:gs pos="51000">
                  <a:schemeClr val="tx2">
                    <a:alpha val="55000"/>
                  </a:schemeClr>
                </a:gs>
              </a:gsLst>
              <a:lin ang="12000000" scaled="0"/>
            </a:gradFill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 userDrawn="1">
            <p:custDataLst>
              <p:tags r:id="rId10"/>
            </p:custDataLst>
          </p:nvPr>
        </p:nvSpPr>
        <p:spPr>
          <a:xfrm>
            <a:off x="4001480" y="838871"/>
            <a:ext cx="2349300" cy="1394224"/>
          </a:xfrm>
          <a:custGeom>
            <a:avLst/>
            <a:gdLst>
              <a:gd name="connsiteX0" fmla="*/ 3611540 w 3611539"/>
              <a:gd name="connsiteY0" fmla="*/ 0 h 1356473"/>
              <a:gd name="connsiteX1" fmla="*/ 1325849 w 3611539"/>
              <a:gd name="connsiteY1" fmla="*/ 1356474 h 1356473"/>
              <a:gd name="connsiteX2" fmla="*/ 0 w 3611539"/>
              <a:gd name="connsiteY2" fmla="*/ 574810 h 1356473"/>
              <a:gd name="connsiteX3" fmla="*/ 981743 w 3611539"/>
              <a:gd name="connsiteY3" fmla="*/ 0 h 1356473"/>
              <a:gd name="connsiteX0-1" fmla="*/ 0 w 3611540"/>
              <a:gd name="connsiteY0-2" fmla="*/ 574810 h 1356474"/>
              <a:gd name="connsiteX1-3" fmla="*/ 981743 w 3611540"/>
              <a:gd name="connsiteY1-4" fmla="*/ 0 h 1356474"/>
              <a:gd name="connsiteX2-5" fmla="*/ 3611540 w 3611540"/>
              <a:gd name="connsiteY2-6" fmla="*/ 0 h 1356474"/>
              <a:gd name="connsiteX3-7" fmla="*/ 1325849 w 3611540"/>
              <a:gd name="connsiteY3-8" fmla="*/ 1356474 h 1356474"/>
              <a:gd name="connsiteX4" fmla="*/ 66723 w 3611540"/>
              <a:gd name="connsiteY4" fmla="*/ 641533 h 1356474"/>
              <a:gd name="connsiteX0-9" fmla="*/ 1100932 w 3544817"/>
              <a:gd name="connsiteY0-10" fmla="*/ 0 h 1490597"/>
              <a:gd name="connsiteX1-11" fmla="*/ 915020 w 3544817"/>
              <a:gd name="connsiteY1-12" fmla="*/ 134123 h 1490597"/>
              <a:gd name="connsiteX2-13" fmla="*/ 3544817 w 3544817"/>
              <a:gd name="connsiteY2-14" fmla="*/ 134123 h 1490597"/>
              <a:gd name="connsiteX3-15" fmla="*/ 1259126 w 3544817"/>
              <a:gd name="connsiteY3-16" fmla="*/ 1490597 h 1490597"/>
              <a:gd name="connsiteX4-17" fmla="*/ 0 w 3544817"/>
              <a:gd name="connsiteY4-18" fmla="*/ 775656 h 1490597"/>
              <a:gd name="connsiteX0-19" fmla="*/ 915020 w 3544817"/>
              <a:gd name="connsiteY0-20" fmla="*/ 0 h 1356474"/>
              <a:gd name="connsiteX1-21" fmla="*/ 3544817 w 3544817"/>
              <a:gd name="connsiteY1-22" fmla="*/ 0 h 1356474"/>
              <a:gd name="connsiteX2-23" fmla="*/ 1259126 w 3544817"/>
              <a:gd name="connsiteY2-24" fmla="*/ 1356474 h 1356474"/>
              <a:gd name="connsiteX3-25" fmla="*/ 0 w 3544817"/>
              <a:gd name="connsiteY3-26" fmla="*/ 641533 h 1356474"/>
              <a:gd name="connsiteX0-27" fmla="*/ 3544817 w 3544817"/>
              <a:gd name="connsiteY0-28" fmla="*/ 0 h 1356474"/>
              <a:gd name="connsiteX1-29" fmla="*/ 1259126 w 3544817"/>
              <a:gd name="connsiteY1-30" fmla="*/ 1356474 h 1356474"/>
              <a:gd name="connsiteX2-31" fmla="*/ 0 w 3544817"/>
              <a:gd name="connsiteY2-32" fmla="*/ 641533 h 1356474"/>
              <a:gd name="connsiteX0-33" fmla="*/ 2285691 w 2285691"/>
              <a:gd name="connsiteY0-34" fmla="*/ 0 h 1356474"/>
              <a:gd name="connsiteX1-35" fmla="*/ 0 w 2285691"/>
              <a:gd name="connsiteY1-36" fmla="*/ 1356474 h 13564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285691" h="1356474">
                <a:moveTo>
                  <a:pt x="2285691" y="0"/>
                </a:moveTo>
                <a:lnTo>
                  <a:pt x="0" y="1356474"/>
                </a:lnTo>
              </a:path>
            </a:pathLst>
          </a:custGeom>
          <a:noFill/>
          <a:ln w="19050" cap="flat">
            <a:gradFill>
              <a:gsLst>
                <a:gs pos="0">
                  <a:schemeClr val="bg2">
                    <a:alpha val="0"/>
                  </a:schemeClr>
                </a:gs>
                <a:gs pos="57000">
                  <a:srgbClr val="FFFFFF">
                    <a:alpha val="28000"/>
                  </a:srgb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7" name="图片 66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3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9813" y="2036235"/>
            <a:ext cx="1151867" cy="1132725"/>
          </a:xfrm>
          <a:prstGeom prst="rect">
            <a:avLst/>
          </a:prstGeom>
        </p:spPr>
      </p:pic>
      <p:sp>
        <p:nvSpPr>
          <p:cNvPr id="68" name="任意多边形: 形状 67"/>
          <p:cNvSpPr/>
          <p:nvPr userDrawn="1">
            <p:custDataLst>
              <p:tags r:id="rId12"/>
            </p:custDataLst>
          </p:nvPr>
        </p:nvSpPr>
        <p:spPr>
          <a:xfrm>
            <a:off x="5454447" y="2550386"/>
            <a:ext cx="949831" cy="3446306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2000">
                <a:schemeClr val="accent3">
                  <a:lumMod val="7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  <a:gs pos="79000">
                <a:schemeClr val="accent3"/>
              </a:gs>
              <a:gs pos="37000">
                <a:schemeClr val="accent3">
                  <a:lumMod val="5000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任意多边形: 形状 68"/>
          <p:cNvSpPr/>
          <p:nvPr userDrawn="1">
            <p:custDataLst>
              <p:tags r:id="rId13"/>
            </p:custDataLst>
          </p:nvPr>
        </p:nvSpPr>
        <p:spPr>
          <a:xfrm>
            <a:off x="6404277" y="2550959"/>
            <a:ext cx="948686" cy="344573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60000"/>
                  <a:lumOff val="40000"/>
                </a:schemeClr>
              </a:gs>
              <a:gs pos="83000">
                <a:schemeClr val="accent3">
                  <a:lumMod val="75000"/>
                </a:schemeClr>
              </a:gs>
              <a:gs pos="66000">
                <a:schemeClr val="accent3">
                  <a:lumMod val="50000"/>
                </a:schemeClr>
              </a:gs>
            </a:gsLst>
            <a:lin ang="144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0" name="任意多边形: 形状 69"/>
          <p:cNvSpPr/>
          <p:nvPr userDrawn="1">
            <p:custDataLst>
              <p:tags r:id="rId14"/>
            </p:custDataLst>
          </p:nvPr>
        </p:nvSpPr>
        <p:spPr>
          <a:xfrm>
            <a:off x="5454447" y="1991438"/>
            <a:ext cx="1892221" cy="1119041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60000"/>
                  <a:lumOff val="40000"/>
                </a:schemeClr>
              </a:gs>
              <a:gs pos="80000">
                <a:schemeClr val="accent3"/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15"/>
            </p:custDataLst>
          </p:nvPr>
        </p:nvSpPr>
        <p:spPr>
          <a:xfrm>
            <a:off x="5646674" y="2668346"/>
            <a:ext cx="752813" cy="209528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2430" h="2038556">
                <a:moveTo>
                  <a:pt x="0" y="0"/>
                </a:moveTo>
                <a:lnTo>
                  <a:pt x="729503" y="422091"/>
                </a:lnTo>
                <a:cubicBezTo>
                  <a:pt x="729318" y="1358516"/>
                  <a:pt x="732608" y="1102131"/>
                  <a:pt x="732423" y="2038556"/>
                </a:cubicBezTo>
              </a:path>
            </a:pathLst>
          </a:custGeom>
          <a:noFill/>
          <a:ln w="19050" cap="flat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1000">
                  <a:srgbClr val="FFFFFF"/>
                </a:gs>
              </a:gsLst>
              <a:lin ang="18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16"/>
            </p:custDataLst>
          </p:nvPr>
        </p:nvSpPr>
        <p:spPr>
          <a:xfrm flipH="1">
            <a:off x="6398292" y="2676165"/>
            <a:ext cx="749805" cy="43383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  <a:gd name="connsiteX0-1" fmla="*/ 0 w 924113"/>
              <a:gd name="connsiteY0-2" fmla="*/ 3352996 h 3419719"/>
              <a:gd name="connsiteX1-3" fmla="*/ 0 w 924113"/>
              <a:gd name="connsiteY1-4" fmla="*/ 0 h 3419719"/>
              <a:gd name="connsiteX2-5" fmla="*/ 924113 w 924113"/>
              <a:gd name="connsiteY2-6" fmla="*/ 543722 h 3419719"/>
              <a:gd name="connsiteX3-7" fmla="*/ 923557 w 924113"/>
              <a:gd name="connsiteY3-8" fmla="*/ 3352996 h 3419719"/>
              <a:gd name="connsiteX4" fmla="*/ 66723 w 924113"/>
              <a:gd name="connsiteY4" fmla="*/ 3419719 h 3419719"/>
              <a:gd name="connsiteX0-9" fmla="*/ 0 w 924113"/>
              <a:gd name="connsiteY0-10" fmla="*/ 0 h 3419719"/>
              <a:gd name="connsiteX1-11" fmla="*/ 924113 w 924113"/>
              <a:gd name="connsiteY1-12" fmla="*/ 543722 h 3419719"/>
              <a:gd name="connsiteX2-13" fmla="*/ 923557 w 924113"/>
              <a:gd name="connsiteY2-14" fmla="*/ 3352996 h 3419719"/>
              <a:gd name="connsiteX3-15" fmla="*/ 66723 w 924113"/>
              <a:gd name="connsiteY3-16" fmla="*/ 3419719 h 3419719"/>
              <a:gd name="connsiteX0-17" fmla="*/ 0 w 924113"/>
              <a:gd name="connsiteY0-18" fmla="*/ 0 h 3352996"/>
              <a:gd name="connsiteX1-19" fmla="*/ 924113 w 924113"/>
              <a:gd name="connsiteY1-20" fmla="*/ 543722 h 3352996"/>
              <a:gd name="connsiteX2-21" fmla="*/ 923557 w 924113"/>
              <a:gd name="connsiteY2-22" fmla="*/ 3352996 h 3352996"/>
              <a:gd name="connsiteX0-23" fmla="*/ 0 w 924113"/>
              <a:gd name="connsiteY0-24" fmla="*/ 0 h 2410399"/>
              <a:gd name="connsiteX1-25" fmla="*/ 924113 w 924113"/>
              <a:gd name="connsiteY1-26" fmla="*/ 543722 h 2410399"/>
              <a:gd name="connsiteX2-27" fmla="*/ 923557 w 924113"/>
              <a:gd name="connsiteY2-28" fmla="*/ 2410399 h 2410399"/>
              <a:gd name="connsiteX0-29" fmla="*/ 0 w 830283"/>
              <a:gd name="connsiteY0-30" fmla="*/ 0 h 2344371"/>
              <a:gd name="connsiteX1-31" fmla="*/ 830283 w 830283"/>
              <a:gd name="connsiteY1-32" fmla="*/ 477694 h 2344371"/>
              <a:gd name="connsiteX2-33" fmla="*/ 829727 w 830283"/>
              <a:gd name="connsiteY2-34" fmla="*/ 2344371 h 2344371"/>
              <a:gd name="connsiteX0-35" fmla="*/ 0 w 802482"/>
              <a:gd name="connsiteY0-36" fmla="*/ 0 h 2333945"/>
              <a:gd name="connsiteX1-37" fmla="*/ 802482 w 802482"/>
              <a:gd name="connsiteY1-38" fmla="*/ 467268 h 2333945"/>
              <a:gd name="connsiteX2-39" fmla="*/ 801926 w 802482"/>
              <a:gd name="connsiteY2-40" fmla="*/ 2333945 h 2333945"/>
              <a:gd name="connsiteX0-41" fmla="*/ 0 w 729503"/>
              <a:gd name="connsiteY0-42" fmla="*/ 0 h 2288768"/>
              <a:gd name="connsiteX1-43" fmla="*/ 729503 w 729503"/>
              <a:gd name="connsiteY1-44" fmla="*/ 422091 h 2288768"/>
              <a:gd name="connsiteX2-45" fmla="*/ 728947 w 729503"/>
              <a:gd name="connsiteY2-46" fmla="*/ 2288768 h 2288768"/>
              <a:gd name="connsiteX0-47" fmla="*/ 0 w 732430"/>
              <a:gd name="connsiteY0-48" fmla="*/ 0 h 2038556"/>
              <a:gd name="connsiteX1-49" fmla="*/ 729503 w 732430"/>
              <a:gd name="connsiteY1-50" fmla="*/ 422091 h 2038556"/>
              <a:gd name="connsiteX2-51" fmla="*/ 732423 w 732430"/>
              <a:gd name="connsiteY2-52" fmla="*/ 2038556 h 2038556"/>
              <a:gd name="connsiteX0-53" fmla="*/ 0 w 729503"/>
              <a:gd name="connsiteY0-54" fmla="*/ 0 h 1152390"/>
              <a:gd name="connsiteX1-55" fmla="*/ 729503 w 729503"/>
              <a:gd name="connsiteY1-56" fmla="*/ 422091 h 1152390"/>
              <a:gd name="connsiteX2-57" fmla="*/ 51291 w 729503"/>
              <a:gd name="connsiteY2-58" fmla="*/ 1152390 h 1152390"/>
              <a:gd name="connsiteX0-59" fmla="*/ 0 w 729503"/>
              <a:gd name="connsiteY0-60" fmla="*/ 0 h 422091"/>
              <a:gd name="connsiteX1-61" fmla="*/ 729503 w 729503"/>
              <a:gd name="connsiteY1-62" fmla="*/ 422091 h 4220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29503" h="422091">
                <a:moveTo>
                  <a:pt x="0" y="0"/>
                </a:moveTo>
                <a:lnTo>
                  <a:pt x="729503" y="422091"/>
                </a:lnTo>
              </a:path>
            </a:pathLst>
          </a:custGeom>
          <a:noFill/>
          <a:ln w="19050" cap="flat">
            <a:gradFill>
              <a:gsLst>
                <a:gs pos="67000">
                  <a:schemeClr val="accent3">
                    <a:alpha val="0"/>
                  </a:schemeClr>
                </a:gs>
                <a:gs pos="29000">
                  <a:srgbClr val="FFFFFF"/>
                </a:gs>
              </a:gsLst>
              <a:lin ang="84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17"/>
            </p:custDataLst>
          </p:nvPr>
        </p:nvSpPr>
        <p:spPr>
          <a:xfrm>
            <a:off x="5451937" y="2541744"/>
            <a:ext cx="952340" cy="3454948"/>
          </a:xfrm>
          <a:custGeom>
            <a:avLst/>
            <a:gdLst>
              <a:gd name="connsiteX0" fmla="*/ 924113 w 924113"/>
              <a:gd name="connsiteY0" fmla="*/ 543722 h 3352995"/>
              <a:gd name="connsiteX1" fmla="*/ 923557 w 924113"/>
              <a:gd name="connsiteY1" fmla="*/ 3352996 h 3352995"/>
              <a:gd name="connsiteX2" fmla="*/ 0 w 924113"/>
              <a:gd name="connsiteY2" fmla="*/ 3352996 h 3352995"/>
              <a:gd name="connsiteX3" fmla="*/ 0 w 924113"/>
              <a:gd name="connsiteY3" fmla="*/ 0 h 3352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113" h="3352995">
                <a:moveTo>
                  <a:pt x="924113" y="543722"/>
                </a:moveTo>
                <a:lnTo>
                  <a:pt x="923557" y="3352996"/>
                </a:lnTo>
                <a:lnTo>
                  <a:pt x="0" y="335299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6000">
                <a:schemeClr val="accent3">
                  <a:lumMod val="25000"/>
                  <a:alpha val="97000"/>
                </a:schemeClr>
              </a:gs>
              <a:gs pos="83000">
                <a:schemeClr val="accent3">
                  <a:alpha val="0"/>
                </a:schemeClr>
              </a:gs>
            </a:gsLst>
            <a:lin ang="180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18"/>
            </p:custDataLst>
          </p:nvPr>
        </p:nvSpPr>
        <p:spPr>
          <a:xfrm>
            <a:off x="6404277" y="2555015"/>
            <a:ext cx="948686" cy="3445735"/>
          </a:xfrm>
          <a:custGeom>
            <a:avLst/>
            <a:gdLst>
              <a:gd name="connsiteX0" fmla="*/ 923000 w 922999"/>
              <a:gd name="connsiteY0" fmla="*/ 3352439 h 3352439"/>
              <a:gd name="connsiteX1" fmla="*/ 650 w 922999"/>
              <a:gd name="connsiteY1" fmla="*/ 3352439 h 3352439"/>
              <a:gd name="connsiteX2" fmla="*/ 0 w 922999"/>
              <a:gd name="connsiteY2" fmla="*/ 543165 h 3352439"/>
              <a:gd name="connsiteX3" fmla="*/ 916875 w 922999"/>
              <a:gd name="connsiteY3" fmla="*/ 0 h 335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999" h="3352439">
                <a:moveTo>
                  <a:pt x="923000" y="3352439"/>
                </a:moveTo>
                <a:lnTo>
                  <a:pt x="650" y="3352439"/>
                </a:lnTo>
                <a:lnTo>
                  <a:pt x="0" y="543165"/>
                </a:lnTo>
                <a:lnTo>
                  <a:pt x="916875" y="0"/>
                </a:lnTo>
                <a:close/>
              </a:path>
            </a:pathLst>
          </a:custGeom>
          <a:gradFill flip="none" rotWithShape="1">
            <a:gsLst>
              <a:gs pos="68000">
                <a:schemeClr val="accent3">
                  <a:lumMod val="25000"/>
                  <a:alpha val="97000"/>
                </a:schemeClr>
              </a:gs>
              <a:gs pos="99000">
                <a:schemeClr val="accent3">
                  <a:alpha val="0"/>
                </a:schemeClr>
              </a:gs>
            </a:gsLst>
            <a:lin ang="14400000" scaled="0"/>
            <a:tileRect/>
          </a:gra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19"/>
            </p:custDataLst>
          </p:nvPr>
        </p:nvSpPr>
        <p:spPr>
          <a:xfrm>
            <a:off x="5454447" y="1997916"/>
            <a:ext cx="1892221" cy="1119041"/>
          </a:xfrm>
          <a:custGeom>
            <a:avLst/>
            <a:gdLst>
              <a:gd name="connsiteX0" fmla="*/ 1840988 w 1840987"/>
              <a:gd name="connsiteY0" fmla="*/ 544371 h 1088742"/>
              <a:gd name="connsiteX1" fmla="*/ 915576 w 1840987"/>
              <a:gd name="connsiteY1" fmla="*/ 0 h 1088742"/>
              <a:gd name="connsiteX2" fmla="*/ 0 w 1840987"/>
              <a:gd name="connsiteY2" fmla="*/ 543814 h 1088742"/>
              <a:gd name="connsiteX3" fmla="*/ 928753 w 1840987"/>
              <a:gd name="connsiteY3" fmla="*/ 1088742 h 1088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987" h="1088742">
                <a:moveTo>
                  <a:pt x="1840988" y="544371"/>
                </a:moveTo>
                <a:lnTo>
                  <a:pt x="915576" y="0"/>
                </a:lnTo>
                <a:lnTo>
                  <a:pt x="0" y="543814"/>
                </a:lnTo>
                <a:lnTo>
                  <a:pt x="928753" y="1088742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75000"/>
                  <a:alpha val="0"/>
                </a:schemeClr>
              </a:gs>
              <a:gs pos="93000">
                <a:schemeClr val="accent3">
                  <a:lumMod val="75000"/>
                  <a:alpha val="35000"/>
                </a:schemeClr>
              </a:gs>
            </a:gsLst>
            <a:lin ang="21000000" scaled="0"/>
            <a:tileRect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20"/>
            </p:custDataLst>
          </p:nvPr>
        </p:nvSpPr>
        <p:spPr>
          <a:xfrm>
            <a:off x="6661976" y="4013513"/>
            <a:ext cx="1831366" cy="1974537"/>
          </a:xfrm>
          <a:custGeom>
            <a:avLst/>
            <a:gdLst>
              <a:gd name="connsiteX0" fmla="*/ 1781781 w 1781780"/>
              <a:gd name="connsiteY0" fmla="*/ 1051993 h 1921075"/>
              <a:gd name="connsiteX1" fmla="*/ 1781781 w 1781780"/>
              <a:gd name="connsiteY1" fmla="*/ 1921075 h 1921075"/>
              <a:gd name="connsiteX2" fmla="*/ 0 w 1781780"/>
              <a:gd name="connsiteY2" fmla="*/ 1921075 h 1921075"/>
              <a:gd name="connsiteX3" fmla="*/ 0 w 1781780"/>
              <a:gd name="connsiteY3" fmla="*/ 0 h 192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1921075">
                <a:moveTo>
                  <a:pt x="1781781" y="1051993"/>
                </a:moveTo>
                <a:lnTo>
                  <a:pt x="1781781" y="1921075"/>
                </a:lnTo>
                <a:lnTo>
                  <a:pt x="0" y="19210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4000">
                <a:srgbClr val="262626"/>
              </a:gs>
              <a:gs pos="30000">
                <a:srgbClr val="0D0D0D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21"/>
            </p:custDataLst>
          </p:nvPr>
        </p:nvSpPr>
        <p:spPr>
          <a:xfrm>
            <a:off x="6654121" y="2555621"/>
            <a:ext cx="2489880" cy="2540402"/>
          </a:xfrm>
          <a:custGeom>
            <a:avLst/>
            <a:gdLst>
              <a:gd name="connsiteX0" fmla="*/ 3319840 w 3319840"/>
              <a:gd name="connsiteY0" fmla="*/ 0 h 3387202"/>
              <a:gd name="connsiteX1" fmla="*/ 3319840 w 3319840"/>
              <a:gd name="connsiteY1" fmla="*/ 2869896 h 3387202"/>
              <a:gd name="connsiteX2" fmla="*/ 2448054 w 3319840"/>
              <a:gd name="connsiteY2" fmla="*/ 3387202 h 3387202"/>
              <a:gd name="connsiteX3" fmla="*/ 0 w 3319840"/>
              <a:gd name="connsiteY3" fmla="*/ 1943856 h 338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9840" h="3387202">
                <a:moveTo>
                  <a:pt x="3319840" y="0"/>
                </a:moveTo>
                <a:lnTo>
                  <a:pt x="3319840" y="2869896"/>
                </a:lnTo>
                <a:lnTo>
                  <a:pt x="2448054" y="3387202"/>
                </a:lnTo>
                <a:lnTo>
                  <a:pt x="0" y="1943856"/>
                </a:lnTo>
                <a:close/>
              </a:path>
            </a:pathLst>
          </a:custGeom>
          <a:gradFill>
            <a:gsLst>
              <a:gs pos="100000">
                <a:srgbClr val="404040"/>
              </a:gs>
              <a:gs pos="36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22"/>
            </p:custDataLst>
          </p:nvPr>
        </p:nvSpPr>
        <p:spPr>
          <a:xfrm>
            <a:off x="7384091" y="4436024"/>
            <a:ext cx="1803359" cy="656266"/>
          </a:xfrm>
          <a:custGeom>
            <a:avLst/>
            <a:gdLst>
              <a:gd name="connsiteX0" fmla="*/ 2457094 w 2457094"/>
              <a:gd name="connsiteY0" fmla="*/ 0 h 2491894"/>
              <a:gd name="connsiteX1" fmla="*/ 2457094 w 2457094"/>
              <a:gd name="connsiteY1" fmla="*/ 2093871 h 2491894"/>
              <a:gd name="connsiteX2" fmla="*/ 1786328 w 2457094"/>
              <a:gd name="connsiteY2" fmla="*/ 2491895 h 2491894"/>
              <a:gd name="connsiteX3" fmla="*/ 0 w 2457094"/>
              <a:gd name="connsiteY3" fmla="*/ 1438695 h 2491894"/>
              <a:gd name="connsiteX0-1" fmla="*/ 2457094 w 2523817"/>
              <a:gd name="connsiteY0-2" fmla="*/ 0 h 2491895"/>
              <a:gd name="connsiteX1-3" fmla="*/ 2457094 w 2523817"/>
              <a:gd name="connsiteY1-4" fmla="*/ 2093871 h 2491895"/>
              <a:gd name="connsiteX2-5" fmla="*/ 1786328 w 2523817"/>
              <a:gd name="connsiteY2-6" fmla="*/ 2491895 h 2491895"/>
              <a:gd name="connsiteX3-7" fmla="*/ 0 w 2523817"/>
              <a:gd name="connsiteY3-8" fmla="*/ 1438695 h 2491895"/>
              <a:gd name="connsiteX4" fmla="*/ 2523817 w 2523817"/>
              <a:gd name="connsiteY4" fmla="*/ 66723 h 2491895"/>
              <a:gd name="connsiteX0-9" fmla="*/ 2457094 w 2457094"/>
              <a:gd name="connsiteY0-10" fmla="*/ 0 h 2491895"/>
              <a:gd name="connsiteX1-11" fmla="*/ 2457094 w 2457094"/>
              <a:gd name="connsiteY1-12" fmla="*/ 2093871 h 2491895"/>
              <a:gd name="connsiteX2-13" fmla="*/ 1786328 w 2457094"/>
              <a:gd name="connsiteY2-14" fmla="*/ 2491895 h 2491895"/>
              <a:gd name="connsiteX3-15" fmla="*/ 0 w 2457094"/>
              <a:gd name="connsiteY3-16" fmla="*/ 1438695 h 2491895"/>
              <a:gd name="connsiteX0-17" fmla="*/ 2457094 w 2457094"/>
              <a:gd name="connsiteY0-18" fmla="*/ 655176 h 1053200"/>
              <a:gd name="connsiteX1-19" fmla="*/ 1786328 w 2457094"/>
              <a:gd name="connsiteY1-20" fmla="*/ 1053200 h 1053200"/>
              <a:gd name="connsiteX2-21" fmla="*/ 0 w 2457094"/>
              <a:gd name="connsiteY2-22" fmla="*/ 0 h 1053200"/>
              <a:gd name="connsiteX0-23" fmla="*/ 2114211 w 2114211"/>
              <a:gd name="connsiteY0-24" fmla="*/ 469834 h 867858"/>
              <a:gd name="connsiteX1-25" fmla="*/ 1443445 w 2114211"/>
              <a:gd name="connsiteY1-26" fmla="*/ 867858 h 867858"/>
              <a:gd name="connsiteX2-27" fmla="*/ 0 w 2114211"/>
              <a:gd name="connsiteY2-28" fmla="*/ 0 h 867858"/>
              <a:gd name="connsiteX0-29" fmla="*/ 1476518 w 1476518"/>
              <a:gd name="connsiteY0-30" fmla="*/ 82353 h 480377"/>
              <a:gd name="connsiteX1-31" fmla="*/ 805752 w 1476518"/>
              <a:gd name="connsiteY1-32" fmla="*/ 480377 h 480377"/>
              <a:gd name="connsiteX2-33" fmla="*/ 0 w 1476518"/>
              <a:gd name="connsiteY2-34" fmla="*/ 0 h 480377"/>
              <a:gd name="connsiteX0-35" fmla="*/ 1476518 w 1476518"/>
              <a:gd name="connsiteY0-36" fmla="*/ 73665 h 471689"/>
              <a:gd name="connsiteX1-37" fmla="*/ 805752 w 1476518"/>
              <a:gd name="connsiteY1-38" fmla="*/ 471689 h 471689"/>
              <a:gd name="connsiteX2-39" fmla="*/ 0 w 1476518"/>
              <a:gd name="connsiteY2-40" fmla="*/ 0 h 471689"/>
              <a:gd name="connsiteX0-41" fmla="*/ 1754531 w 1754531"/>
              <a:gd name="connsiteY0-42" fmla="*/ 240473 h 638497"/>
              <a:gd name="connsiteX1-43" fmla="*/ 1083765 w 1754531"/>
              <a:gd name="connsiteY1-44" fmla="*/ 638497 h 638497"/>
              <a:gd name="connsiteX2-45" fmla="*/ 0 w 1754531"/>
              <a:gd name="connsiteY2-46" fmla="*/ 0 h 6384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754531" h="638497">
                <a:moveTo>
                  <a:pt x="1754531" y="240473"/>
                </a:moveTo>
                <a:lnTo>
                  <a:pt x="1083765" y="638497"/>
                </a:lnTo>
                <a:lnTo>
                  <a:pt x="0" y="0"/>
                </a:lnTo>
              </a:path>
            </a:pathLst>
          </a:custGeom>
          <a:noFill/>
          <a:ln w="9278" cap="flat">
            <a:gradFill>
              <a:gsLst>
                <a:gs pos="76000">
                  <a:schemeClr val="bg1">
                    <a:alpha val="0"/>
                  </a:schemeClr>
                </a:gs>
                <a:gs pos="19000">
                  <a:schemeClr val="bg2">
                    <a:alpha val="0"/>
                  </a:schemeClr>
                </a:gs>
                <a:gs pos="48000">
                  <a:schemeClr val="tx2">
                    <a:alpha val="55000"/>
                  </a:schemeClr>
                </a:gs>
              </a:gsLst>
              <a:lin ang="9600000" scaled="0"/>
            </a:gradFill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23"/>
            </p:custDataLst>
          </p:nvPr>
        </p:nvSpPr>
        <p:spPr>
          <a:xfrm>
            <a:off x="2797154" y="2615299"/>
            <a:ext cx="1831366" cy="3385452"/>
          </a:xfrm>
          <a:custGeom>
            <a:avLst/>
            <a:gdLst>
              <a:gd name="connsiteX0" fmla="*/ 1781781 w 1781780"/>
              <a:gd name="connsiteY0" fmla="*/ 0 h 3293788"/>
              <a:gd name="connsiteX1" fmla="*/ 1781781 w 1781780"/>
              <a:gd name="connsiteY1" fmla="*/ 3293789 h 3293788"/>
              <a:gd name="connsiteX2" fmla="*/ 0 w 1781780"/>
              <a:gd name="connsiteY2" fmla="*/ 3293789 h 3293788"/>
              <a:gd name="connsiteX3" fmla="*/ 0 w 1781780"/>
              <a:gd name="connsiteY3" fmla="*/ 1051993 h 329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780" h="3293788">
                <a:moveTo>
                  <a:pt x="1781781" y="0"/>
                </a:moveTo>
                <a:lnTo>
                  <a:pt x="1781781" y="3293789"/>
                </a:lnTo>
                <a:lnTo>
                  <a:pt x="0" y="3293789"/>
                </a:lnTo>
                <a:lnTo>
                  <a:pt x="0" y="1051993"/>
                </a:lnTo>
                <a:close/>
              </a:path>
            </a:pathLst>
          </a:custGeom>
          <a:gradFill>
            <a:gsLst>
              <a:gs pos="90000">
                <a:srgbClr val="363636"/>
              </a:gs>
              <a:gs pos="0">
                <a:srgbClr val="363636">
                  <a:alpha val="0"/>
                </a:srgbClr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任意多边形: 形状 79"/>
          <p:cNvSpPr/>
          <p:nvPr userDrawn="1">
            <p:custDataLst>
              <p:tags r:id="rId24"/>
            </p:custDataLst>
          </p:nvPr>
        </p:nvSpPr>
        <p:spPr>
          <a:xfrm>
            <a:off x="1258015" y="4313876"/>
            <a:ext cx="4666074" cy="1674173"/>
          </a:xfrm>
          <a:custGeom>
            <a:avLst/>
            <a:gdLst>
              <a:gd name="connsiteX0" fmla="*/ 4539736 w 4539736"/>
              <a:gd name="connsiteY0" fmla="*/ 1040393 h 1628844"/>
              <a:gd name="connsiteX1" fmla="*/ 3541568 w 4539736"/>
              <a:gd name="connsiteY1" fmla="*/ 1628845 h 1628844"/>
              <a:gd name="connsiteX2" fmla="*/ 0 w 4539736"/>
              <a:gd name="connsiteY2" fmla="*/ 1628845 h 1628844"/>
              <a:gd name="connsiteX3" fmla="*/ 1179038 w 4539736"/>
              <a:gd name="connsiteY3" fmla="*/ 933764 h 1628844"/>
              <a:gd name="connsiteX4" fmla="*/ 2762781 w 4539736"/>
              <a:gd name="connsiteY4" fmla="*/ 0 h 162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9736" h="1628844">
                <a:moveTo>
                  <a:pt x="4539736" y="1040393"/>
                </a:moveTo>
                <a:lnTo>
                  <a:pt x="3541568" y="1628845"/>
                </a:lnTo>
                <a:lnTo>
                  <a:pt x="0" y="1628845"/>
                </a:lnTo>
                <a:lnTo>
                  <a:pt x="1179038" y="933764"/>
                </a:lnTo>
                <a:lnTo>
                  <a:pt x="2762781" y="0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16000">
                <a:srgbClr val="262626"/>
              </a:gs>
            </a:gsLst>
            <a:lin ang="126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1" name="任意多边形: 形状 80"/>
          <p:cNvSpPr/>
          <p:nvPr userDrawn="1">
            <p:custDataLst>
              <p:tags r:id="rId25"/>
            </p:custDataLst>
          </p:nvPr>
        </p:nvSpPr>
        <p:spPr>
          <a:xfrm>
            <a:off x="4877481" y="5382817"/>
            <a:ext cx="1046607" cy="617934"/>
          </a:xfrm>
          <a:custGeom>
            <a:avLst/>
            <a:gdLst>
              <a:gd name="connsiteX0" fmla="*/ 985826 w 985826"/>
              <a:gd name="connsiteY0" fmla="*/ 0 h 582048"/>
              <a:gd name="connsiteX1" fmla="*/ 985826 w 985826"/>
              <a:gd name="connsiteY1" fmla="*/ 582048 h 582048"/>
              <a:gd name="connsiteX2" fmla="*/ 0 w 985826"/>
              <a:gd name="connsiteY2" fmla="*/ 582048 h 58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5826" h="582048">
                <a:moveTo>
                  <a:pt x="985826" y="0"/>
                </a:moveTo>
                <a:lnTo>
                  <a:pt x="985826" y="582048"/>
                </a:lnTo>
                <a:lnTo>
                  <a:pt x="0" y="582048"/>
                </a:lnTo>
                <a:close/>
              </a:path>
            </a:pathLst>
          </a:custGeom>
          <a:gradFill>
            <a:gsLst>
              <a:gs pos="95000">
                <a:srgbClr val="404040"/>
              </a:gs>
              <a:gs pos="30000">
                <a:srgbClr val="262626"/>
              </a:gs>
            </a:gsLst>
            <a:lin ang="14400000" scaled="0"/>
          </a:gradFill>
          <a:ln w="9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 sz="135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8"/>
            <p:custDataLst>
              <p:tags r:id="rId2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9"/>
            <p:custDataLst>
              <p:tags r:id="rId2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20"/>
            <p:custDataLst>
              <p:tags r:id="rId2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署名占位符 10"/>
          <p:cNvSpPr>
            <a:spLocks noGrp="1"/>
          </p:cNvSpPr>
          <p:nvPr>
            <p:ph type="body" sz="quarter" idx="21" hasCustomPrompt="1"/>
            <p:custDataLst>
              <p:tags r:id="rId29"/>
            </p:custDataLst>
          </p:nvPr>
        </p:nvSpPr>
        <p:spPr>
          <a:xfrm>
            <a:off x="566499" y="4320540"/>
            <a:ext cx="1690926" cy="38084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rgbClr val="262626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8" name="标题 1"/>
          <p:cNvSpPr>
            <a:spLocks noGrp="1"/>
          </p:cNvSpPr>
          <p:nvPr>
            <p:ph type="ctrTitle" hasCustomPrompt="1"/>
            <p:custDataLst>
              <p:tags r:id="rId30"/>
            </p:custDataLst>
          </p:nvPr>
        </p:nvSpPr>
        <p:spPr>
          <a:xfrm>
            <a:off x="628650" y="2177550"/>
            <a:ext cx="4590000" cy="18441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50">
                <a:gradFill>
                  <a:gsLst>
                    <a:gs pos="0">
                      <a:srgbClr val="FFFFFF"/>
                    </a:gs>
                    <a:gs pos="100000">
                      <a:schemeClr val="accent3"/>
                    </a:gs>
                  </a:gsLst>
                  <a:lin ang="27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3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>
            <a:gsLst>
              <a:gs pos="75000">
                <a:srgbClr val="0D0D0D"/>
              </a:gs>
              <a:gs pos="100000">
                <a:schemeClr val="accent1">
                  <a:lumMod val="5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gradFill>
            <a:gsLst>
              <a:gs pos="0">
                <a:srgbClr val="FFFFFF"/>
              </a:gs>
              <a:gs pos="100000">
                <a:schemeClr val="accent1"/>
              </a:gs>
            </a:gsLst>
            <a:lin ang="4800000" scaled="0"/>
          </a:gra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rgbClr val="FFFFFF"/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rgbClr val="FFFFFF"/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rgbClr val="FFFFFF"/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rgbClr val="FFFFFF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5" Type="http://schemas.openxmlformats.org/officeDocument/2006/relationships/image" Target="../media/image4.jpeg"/><Relationship Id="rId4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3"/>
          <p:cNvSpPr/>
          <p:nvPr>
            <p:custDataLst>
              <p:tags r:id="rId2"/>
            </p:custDataLst>
          </p:nvPr>
        </p:nvSpPr>
        <p:spPr>
          <a:xfrm>
            <a:off x="323850" y="8280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5200" b="1" kern="0" spc="600" dirty="0">
                <a:solidFill>
                  <a:schemeClr val="tx1"/>
                </a:solidFill>
                <a:latin typeface="+mj-lt"/>
                <a:ea typeface="+mj-ea"/>
                <a:cs typeface="Calibri" panose="020F0502020204030204" pitchFamily="34" charset="-120"/>
              </a:rPr>
              <a:t>MANUFACTURING</a:t>
            </a:r>
          </a:p>
        </p:txBody>
      </p:sp>
      <p:sp>
        <p:nvSpPr>
          <p:cNvPr id="32" name="Text 5"/>
          <p:cNvSpPr/>
          <p:nvPr>
            <p:custDataLst>
              <p:tags r:id="rId3"/>
            </p:custDataLst>
          </p:nvPr>
        </p:nvSpPr>
        <p:spPr>
          <a:xfrm>
            <a:off x="685800" y="2581263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i="1" dirty="0">
              <a:solidFill>
                <a:schemeClr val="tx1"/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7"/>
          <p:cNvSpPr/>
          <p:nvPr>
            <p:custDataLst>
              <p:tags r:id="rId4"/>
            </p:custDataLst>
          </p:nvPr>
        </p:nvSpPr>
        <p:spPr>
          <a:xfrm>
            <a:off x="685800" y="310941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kern="0" spc="200" dirty="0">
              <a:solidFill>
                <a:schemeClr val="accent1"/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Text 8"/>
          <p:cNvSpPr/>
          <p:nvPr>
            <p:custDataLst>
              <p:tags r:id="rId5"/>
            </p:custDataLst>
          </p:nvPr>
        </p:nvSpPr>
        <p:spPr>
          <a:xfrm>
            <a:off x="685800" y="331057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chemeClr val="accent1"/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Text 9"/>
          <p:cNvSpPr/>
          <p:nvPr>
            <p:custDataLst>
              <p:tags r:id="rId6"/>
            </p:custDataLst>
          </p:nvPr>
        </p:nvSpPr>
        <p:spPr>
          <a:xfrm>
            <a:off x="2651760" y="310941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kern="0" spc="200" dirty="0">
              <a:solidFill>
                <a:schemeClr val="accent1">
                  <a:lumMod val="20000"/>
                  <a:lumOff val="80000"/>
                </a:schemeClr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11"/>
          <p:cNvSpPr/>
          <p:nvPr>
            <p:custDataLst>
              <p:tags r:id="rId7"/>
            </p:custDataLst>
          </p:nvPr>
        </p:nvSpPr>
        <p:spPr>
          <a:xfrm>
            <a:off x="4617720" y="310941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kern="0" spc="200" dirty="0">
              <a:solidFill>
                <a:schemeClr val="tx1"/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Text 14"/>
          <p:cNvSpPr/>
          <p:nvPr>
            <p:custDataLst>
              <p:tags r:id="rId8"/>
            </p:custDataLst>
          </p:nvPr>
        </p:nvSpPr>
        <p:spPr>
          <a:xfrm>
            <a:off x="6583680" y="331057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chemeClr val="accent1">
                  <a:lumMod val="20000"/>
                  <a:lumOff val="80000"/>
                </a:schemeClr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Text 15"/>
          <p:cNvSpPr/>
          <p:nvPr>
            <p:custDataLst>
              <p:tags r:id="rId9"/>
            </p:custDataLst>
          </p:nvPr>
        </p:nvSpPr>
        <p:spPr>
          <a:xfrm>
            <a:off x="81280" y="6103620"/>
            <a:ext cx="9144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1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Prepared by</a:t>
            </a:r>
            <a:r>
              <a:rPr lang="en-US" sz="900">
                <a:solidFill>
                  <a:schemeClr val="accent1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: Manufacturing  </a:t>
            </a:r>
            <a:r>
              <a:rPr lang="en-US" sz="900" dirty="0">
                <a:solidFill>
                  <a:schemeClr val="accent1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Analytics Team  |  Tools: Power BI · Excel · SQL</a:t>
            </a:r>
          </a:p>
        </p:txBody>
      </p:sp>
      <p:sp>
        <p:nvSpPr>
          <p:cNvPr id="42" name="TextBox 17"/>
          <p:cNvSpPr txBox="1"/>
          <p:nvPr>
            <p:custDataLst>
              <p:tags r:id="rId10"/>
            </p:custDataLst>
          </p:nvPr>
        </p:nvSpPr>
        <p:spPr>
          <a:xfrm>
            <a:off x="6956044" y="3747111"/>
            <a:ext cx="17128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>
                <a:solidFill>
                  <a:schemeClr val="accent1"/>
                </a:solidFill>
                <a:cs typeface="Times New Roman" panose="02020603050405020304" pitchFamily="18" charset="0"/>
              </a:rPr>
              <a:t>Team Members:</a:t>
            </a:r>
          </a:p>
        </p:txBody>
      </p:sp>
      <p:sp>
        <p:nvSpPr>
          <p:cNvPr id="43" name="TextBox 18"/>
          <p:cNvSpPr txBox="1"/>
          <p:nvPr>
            <p:custDataLst>
              <p:tags r:id="rId11"/>
            </p:custDataLst>
          </p:nvPr>
        </p:nvSpPr>
        <p:spPr>
          <a:xfrm>
            <a:off x="6769623" y="4145915"/>
            <a:ext cx="2462753" cy="1823085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en-IN" sz="1050" dirty="0"/>
              <a:t>Chandrashekhar Naidu</a:t>
            </a:r>
            <a:endParaRPr lang="en-IN" sz="1050" dirty="0">
              <a:solidFill>
                <a:schemeClr val="accent4"/>
              </a:solidFill>
              <a:cs typeface="Times New Roman" panose="02020603050405020304" pitchFamily="18" charset="0"/>
            </a:endParaRPr>
          </a:p>
          <a:p>
            <a:r>
              <a:rPr lang="en-IN" sz="1050" dirty="0" err="1"/>
              <a:t>Dhanireddy</a:t>
            </a:r>
            <a:r>
              <a:rPr lang="en-IN" sz="1050" dirty="0"/>
              <a:t> Chandana Reddy</a:t>
            </a:r>
          </a:p>
          <a:p>
            <a:r>
              <a:rPr lang="en-IN" sz="1050" dirty="0"/>
              <a:t>Tanusha Sanjay Mahale</a:t>
            </a:r>
          </a:p>
          <a:p>
            <a:r>
              <a:rPr lang="en-IN" sz="1050" dirty="0"/>
              <a:t>Priyanka Singh</a:t>
            </a:r>
          </a:p>
          <a:p>
            <a:r>
              <a:rPr lang="en-IN" sz="1050" dirty="0"/>
              <a:t>Gurtej Singh</a:t>
            </a:r>
          </a:p>
          <a:p>
            <a:r>
              <a:rPr lang="en-IN" sz="1050" dirty="0"/>
              <a:t>Shrutee Sujit Revankar</a:t>
            </a:r>
          </a:p>
          <a:p>
            <a:r>
              <a:rPr lang="en-IN" sz="1050" dirty="0"/>
              <a:t>Sarika Sudarshan Telore</a:t>
            </a:r>
            <a:endParaRPr lang="en-IN" sz="1050" dirty="0">
              <a:solidFill>
                <a:schemeClr val="accent4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8CE79CB-F535-893F-DE9E-A44D138603C6}"/>
              </a:ext>
            </a:extLst>
          </p:cNvPr>
          <p:cNvSpPr>
            <a:spLocks noGrp="1"/>
          </p:cNvSpPr>
          <p:nvPr>
            <p:ph type="ctrTitle"/>
            <p:custDataLst>
              <p:tags r:id="rId12"/>
            </p:custDataLst>
          </p:nvPr>
        </p:nvSpPr>
        <p:spPr>
          <a:xfrm>
            <a:off x="368483" y="1264735"/>
            <a:ext cx="5851836" cy="1844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chemeClr val="tx1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ANALYTICS DASHBOARD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Project Overview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chemeClr val="tx1"/>
                </a:solidFill>
              </a:rPr>
              <a:t>Objective:</a:t>
            </a:r>
          </a:p>
          <a:p>
            <a:r>
              <a:rPr dirty="0">
                <a:solidFill>
                  <a:schemeClr val="tx1"/>
                </a:solidFill>
              </a:rPr>
              <a:t>•</a:t>
            </a:r>
            <a:r>
              <a:rPr sz="2000" dirty="0">
                <a:solidFill>
                  <a:schemeClr val="tx1"/>
                </a:solidFill>
              </a:rPr>
              <a:t> Monitor manufacturing performance and production efficiency</a:t>
            </a:r>
          </a:p>
          <a:p>
            <a:r>
              <a:rPr sz="2000" dirty="0">
                <a:solidFill>
                  <a:schemeClr val="tx1"/>
                </a:solidFill>
              </a:rPr>
              <a:t>• Track manufactured, processed and rejected quantities</a:t>
            </a:r>
          </a:p>
          <a:p>
            <a:r>
              <a:rPr sz="2000" dirty="0">
                <a:solidFill>
                  <a:schemeClr val="tx1"/>
                </a:solidFill>
              </a:rPr>
              <a:t>• Analyze machine, employee a department performance</a:t>
            </a:r>
          </a:p>
          <a:p>
            <a:r>
              <a:rPr sz="2000" dirty="0">
                <a:solidFill>
                  <a:schemeClr val="tx1"/>
                </a:solidFill>
              </a:rPr>
              <a:t>• Identify wastage trends and operational bottlenecks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Business Requirements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•</a:t>
            </a:r>
            <a:r>
              <a:rPr sz="2000">
                <a:solidFill>
                  <a:schemeClr val="tx1"/>
                </a:solidFill>
              </a:rPr>
              <a:t> Production Monitoring</a:t>
            </a:r>
          </a:p>
          <a:p>
            <a:r>
              <a:rPr sz="2000">
                <a:solidFill>
                  <a:schemeClr val="tx1"/>
                </a:solidFill>
              </a:rPr>
              <a:t>• Quality &amp; Rejection Analysis</a:t>
            </a:r>
          </a:p>
          <a:p>
            <a:r>
              <a:rPr sz="2000">
                <a:solidFill>
                  <a:schemeClr val="tx1"/>
                </a:solidFill>
              </a:rPr>
              <a:t>• Department Performance Tracking</a:t>
            </a:r>
          </a:p>
          <a:p>
            <a:r>
              <a:rPr sz="2000">
                <a:solidFill>
                  <a:schemeClr val="tx1"/>
                </a:solidFill>
              </a:rPr>
              <a:t>• Machine Utilization Analysis</a:t>
            </a:r>
          </a:p>
          <a:p>
            <a:r>
              <a:rPr sz="2000">
                <a:solidFill>
                  <a:schemeClr val="tx1"/>
                </a:solidFill>
              </a:rPr>
              <a:t>• Employee Productivity Analysis</a:t>
            </a:r>
          </a:p>
          <a:p>
            <a:r>
              <a:rPr sz="2000">
                <a:solidFill>
                  <a:schemeClr val="tx1"/>
                </a:solidFill>
              </a:rPr>
              <a:t>• Wastage Monitoring</a:t>
            </a:r>
          </a:p>
          <a:p>
            <a:r>
              <a:rPr sz="2000">
                <a:solidFill>
                  <a:schemeClr val="tx1"/>
                </a:solidFill>
              </a:rPr>
              <a:t>• Trend &amp; Forecast Reporting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dia (2)(1).jpe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1795" y="2007235"/>
            <a:ext cx="8229600" cy="462915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Executive Manufacturing Dashboard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dia (1)(1).jpe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1795" y="2312670"/>
            <a:ext cx="8229600" cy="290093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Production &amp; Rejection Analysis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chemeClr val="tx1"/>
                </a:solidFill>
              </a:rPr>
              <a:t>Manufacturing Analytics View</a:t>
            </a:r>
          </a:p>
        </p:txBody>
      </p:sp>
      <p:pic>
        <p:nvPicPr>
          <p:cNvPr id="3" name="Picture 2" descr="Media(1).jpe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7200" y="2178685"/>
            <a:ext cx="8412480" cy="35708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Key KPIs &amp; Insights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57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KPIs:</a:t>
            </a:r>
          </a:p>
          <a:p>
            <a:r>
              <a:rPr>
                <a:solidFill>
                  <a:schemeClr val="tx1"/>
                </a:solidFill>
              </a:rPr>
              <a:t>• Manufactured Quantity</a:t>
            </a:r>
          </a:p>
          <a:p>
            <a:r>
              <a:rPr>
                <a:solidFill>
                  <a:schemeClr val="tx1"/>
                </a:solidFill>
              </a:rPr>
              <a:t>• Processed Quantity</a:t>
            </a:r>
          </a:p>
          <a:p>
            <a:r>
              <a:rPr>
                <a:solidFill>
                  <a:schemeClr val="tx1"/>
                </a:solidFill>
              </a:rPr>
              <a:t>• Rejected Quantity</a:t>
            </a:r>
          </a:p>
          <a:p>
            <a:r>
              <a:rPr>
                <a:solidFill>
                  <a:schemeClr val="tx1"/>
                </a:solidFill>
              </a:rPr>
              <a:t>• Total Wastage %</a:t>
            </a:r>
          </a:p>
          <a:p>
            <a:r>
              <a:rPr>
                <a:solidFill>
                  <a:schemeClr val="tx1"/>
                </a:solidFill>
              </a:rPr>
              <a:t>• Machine Cost &amp; Per Unit Cost</a:t>
            </a:r>
          </a:p>
          <a:p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Insights:</a:t>
            </a:r>
          </a:p>
          <a:p>
            <a:r>
              <a:rPr>
                <a:solidFill>
                  <a:schemeClr val="tx1"/>
                </a:solidFill>
              </a:rPr>
              <a:t>• Identify top rejection sources</a:t>
            </a:r>
          </a:p>
          <a:p>
            <a:r>
              <a:rPr>
                <a:solidFill>
                  <a:schemeClr val="tx1"/>
                </a:solidFill>
              </a:rPr>
              <a:t>• Compare department performance</a:t>
            </a:r>
          </a:p>
          <a:p>
            <a:r>
              <a:rPr>
                <a:solidFill>
                  <a:schemeClr val="tx1"/>
                </a:solidFill>
              </a:rPr>
              <a:t>• Monitor production trends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Recommendations &amp; Conclusion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67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Recommendations:</a:t>
            </a:r>
          </a:p>
          <a:p>
            <a:r>
              <a:rPr>
                <a:solidFill>
                  <a:schemeClr val="tx1"/>
                </a:solidFill>
              </a:rPr>
              <a:t>• Reduce rejection through quality checks</a:t>
            </a:r>
          </a:p>
          <a:p>
            <a:r>
              <a:rPr>
                <a:solidFill>
                  <a:schemeClr val="tx1"/>
                </a:solidFill>
              </a:rPr>
              <a:t>• Improve machine efficiency</a:t>
            </a:r>
          </a:p>
          <a:p>
            <a:r>
              <a:rPr>
                <a:solidFill>
                  <a:schemeClr val="tx1"/>
                </a:solidFill>
              </a:rPr>
              <a:t>• Monitor high wastage operations</a:t>
            </a:r>
          </a:p>
          <a:p>
            <a:r>
              <a:rPr>
                <a:solidFill>
                  <a:schemeClr val="tx1"/>
                </a:solidFill>
              </a:rPr>
              <a:t>• Optimize department productivity</a:t>
            </a:r>
          </a:p>
          <a:p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Conclusion:</a:t>
            </a:r>
          </a:p>
          <a:p>
            <a:r>
              <a:rPr>
                <a:solidFill>
                  <a:schemeClr val="tx1"/>
                </a:solidFill>
              </a:rPr>
              <a:t>Manufacturing dashboard provides a centralized view of production, quality, and operational performance for better decision making.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UNIT_VALUE" val="30"/>
  <p:tag name="KSO_WM_TEMPLATE_CATEGORY" val="custom"/>
  <p:tag name="KSO_WM_TEMPLATE_INDEX" val="202334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UNIT_VALUE" val="350"/>
  <p:tag name="KSO_WM_TEMPLATE_CATEGORY" val="custom"/>
  <p:tag name="KSO_WM_TEMPLATE_INDEX" val="2023345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3*i*14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3*i*15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VALUE" val="16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VALUE" val="16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TEMPLATE_THUMBS_INDEX" val="1、9"/>
  <p:tag name="KSO_WM_SLIDE_ID" val="custom2023345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9"/>
  <p:tag name="KSO_WM_SLIDE_LAYOUT" val="a_f"/>
  <p:tag name="KSO_WM_SLIDE_LAYOUT_CNT" val="1_1"/>
  <p:tag name="KSO_WM_SLIDE_THEME_ID" val="3312596"/>
  <p:tag name="KSO_WM_SLIDE_THEME_NAME" val="Black Business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a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Project Overview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Executive Manufacturing Dashboar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Business Requiremen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Key KPIs &amp; Insigh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48">
      <a:dk1>
        <a:srgbClr val="000000"/>
      </a:dk1>
      <a:lt1>
        <a:srgbClr val="FFFFFF"/>
      </a:lt1>
      <a:dk2>
        <a:srgbClr val="261300"/>
      </a:dk2>
      <a:lt2>
        <a:srgbClr val="F5F7FF"/>
      </a:lt2>
      <a:accent1>
        <a:srgbClr val="C4813C"/>
      </a:accent1>
      <a:accent2>
        <a:srgbClr val="FEE38B"/>
      </a:accent2>
      <a:accent3>
        <a:srgbClr val="FDBA69"/>
      </a:accent3>
      <a:accent4>
        <a:srgbClr val="633413"/>
      </a:accent4>
      <a:accent5>
        <a:srgbClr val="FFFF00"/>
      </a:accent5>
      <a:accent6>
        <a:srgbClr val="FFA649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199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Bold</vt:lpstr>
      <vt:lpstr>Times New Roman</vt:lpstr>
      <vt:lpstr>Office Theme</vt:lpstr>
      <vt:lpstr>2_Office Theme</vt:lpstr>
      <vt:lpstr>ANALYTICS DASHBOARD</vt:lpstr>
      <vt:lpstr>Project Overview</vt:lpstr>
      <vt:lpstr>Business Requirements</vt:lpstr>
      <vt:lpstr>Executive Manufacturing Dashboard</vt:lpstr>
      <vt:lpstr>Production &amp; Rejection Analysis</vt:lpstr>
      <vt:lpstr>PowerPoint Presentation</vt:lpstr>
      <vt:lpstr>Key KPIs &amp; Insights</vt:lpstr>
      <vt:lpstr>Recommendations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DASHBOARD</dc:title>
  <dc:creator/>
  <dc:description>generated using python-pptx</dc:description>
  <cp:lastModifiedBy>Shruti Revankar</cp:lastModifiedBy>
  <cp:revision>7</cp:revision>
  <dcterms:created xsi:type="dcterms:W3CDTF">2013-01-27T09:14:00Z</dcterms:created>
  <dcterms:modified xsi:type="dcterms:W3CDTF">2026-06-08T10:02:15Z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620CBCBA965347719913C891B4BD1E47_13</vt:lpwstr>
  </property>
  <property fmtid="{D5CDD505-2E9C-101B-9397-08002B2CF9AE}" pid="3" name="KSOProductBuildVer">
    <vt:lpwstr>1033-12.1.0.26880</vt:lpwstr>
  </property>
</Properties>
</file>